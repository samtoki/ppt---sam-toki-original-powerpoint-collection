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4a" ContentType="audi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embedTrueTypeFonts="1" saveSubsetFonts="1">
  <p:sldMasterIdLst>
    <p:sldMasterId id="2147483648" r:id="rId1"/>
    <p:sldMasterId id="2147483660" r:id="rId2"/>
  </p:sldMasterIdLst>
  <p:notesMasterIdLst>
    <p:notesMasterId r:id="rId55"/>
  </p:notesMasterIdLst>
  <p:handoutMasterIdLst>
    <p:handoutMasterId r:id="rId56"/>
  </p:handoutMasterIdLst>
  <p:sldIdLst>
    <p:sldId id="683" r:id="rId3"/>
    <p:sldId id="261" r:id="rId4"/>
    <p:sldId id="684" r:id="rId5"/>
    <p:sldId id="685" r:id="rId6"/>
    <p:sldId id="661" r:id="rId7"/>
    <p:sldId id="462" r:id="rId8"/>
    <p:sldId id="687" r:id="rId9"/>
    <p:sldId id="688" r:id="rId10"/>
    <p:sldId id="689" r:id="rId11"/>
    <p:sldId id="727" r:id="rId12"/>
    <p:sldId id="690" r:id="rId13"/>
    <p:sldId id="691" r:id="rId14"/>
    <p:sldId id="692" r:id="rId15"/>
    <p:sldId id="693" r:id="rId16"/>
    <p:sldId id="694" r:id="rId17"/>
    <p:sldId id="695" r:id="rId18"/>
    <p:sldId id="696" r:id="rId19"/>
    <p:sldId id="697" r:id="rId20"/>
    <p:sldId id="701" r:id="rId21"/>
    <p:sldId id="698" r:id="rId22"/>
    <p:sldId id="699" r:id="rId23"/>
    <p:sldId id="700" r:id="rId24"/>
    <p:sldId id="702" r:id="rId25"/>
    <p:sldId id="703" r:id="rId26"/>
    <p:sldId id="704" r:id="rId27"/>
    <p:sldId id="712" r:id="rId28"/>
    <p:sldId id="713" r:id="rId29"/>
    <p:sldId id="705" r:id="rId30"/>
    <p:sldId id="706" r:id="rId31"/>
    <p:sldId id="707" r:id="rId32"/>
    <p:sldId id="708" r:id="rId33"/>
    <p:sldId id="710" r:id="rId34"/>
    <p:sldId id="709" r:id="rId35"/>
    <p:sldId id="711" r:id="rId36"/>
    <p:sldId id="714" r:id="rId37"/>
    <p:sldId id="715" r:id="rId38"/>
    <p:sldId id="716" r:id="rId39"/>
    <p:sldId id="717" r:id="rId40"/>
    <p:sldId id="718" r:id="rId41"/>
    <p:sldId id="719" r:id="rId42"/>
    <p:sldId id="728" r:id="rId43"/>
    <p:sldId id="720" r:id="rId44"/>
    <p:sldId id="721" r:id="rId45"/>
    <p:sldId id="722" r:id="rId46"/>
    <p:sldId id="723" r:id="rId47"/>
    <p:sldId id="724" r:id="rId48"/>
    <p:sldId id="726" r:id="rId49"/>
    <p:sldId id="725" r:id="rId50"/>
    <p:sldId id="660" r:id="rId51"/>
    <p:sldId id="686" r:id="rId52"/>
    <p:sldId id="338" r:id="rId53"/>
    <p:sldId id="259" r:id="rId54"/>
  </p:sldIdLst>
  <p:sldSz cx="12192000" cy="6858000"/>
  <p:notesSz cx="6858000" cy="9144000"/>
  <p:embeddedFontLst>
    <p:embeddedFont>
      <p:font typeface="Arial Rounded MT Bold" panose="020F0704030504030204" pitchFamily="34" charset="0"/>
      <p:bold r:id="rId57"/>
    </p:embeddedFont>
    <p:embeddedFont>
      <p:font typeface="Avenir Next LT Pro" panose="020B0504020202020204" pitchFamily="34" charset="0"/>
      <p:regular r:id="rId58"/>
    </p:embeddedFont>
    <p:embeddedFont>
      <p:font typeface="BIZ UDPGothic" panose="020B0400000000000000" pitchFamily="34" charset="-128"/>
      <p:regular r:id="rId59"/>
      <p:bold r:id="rId60"/>
    </p:embeddedFont>
    <p:embeddedFont>
      <p:font typeface="Calibri" panose="020F0502020204030204" pitchFamily="34" charset="0"/>
      <p:regular r:id="rId61"/>
      <p:bold r:id="rId62"/>
      <p:italic r:id="rId63"/>
      <p:boldItalic r:id="rId64"/>
    </p:embeddedFont>
    <p:embeddedFont>
      <p:font typeface="DFPHeiMedium-B5" panose="020B0500000000000000" pitchFamily="34" charset="-122"/>
      <p:regular r:id="rId65"/>
    </p:embeddedFont>
    <p:embeddedFont>
      <p:font typeface="GD-HighwayGothicJA-OTF" panose="02000600000000000000" pitchFamily="50" charset="-128"/>
      <p:regular r:id="rId66"/>
    </p:embeddedFont>
    <p:embeddedFont>
      <p:font typeface="XHei Square" panose="02010600030101010101" pitchFamily="2" charset="-122"/>
      <p:regular r:id="rId67"/>
      <p:bold r:id="rId68"/>
    </p:embeddedFont>
    <p:embeddedFont>
      <p:font typeface="冬青黑体旧字形 W3" panose="020B0300000000000000" pitchFamily="34" charset="-128"/>
      <p:regular r:id="rId69"/>
    </p:embeddedFont>
    <p:embeddedFont>
      <p:font typeface="字幕黑体M" panose="020B0500000000000000" pitchFamily="34" charset="-122"/>
      <p:regular r:id="rId70"/>
    </p:embeddedFont>
    <p:embeddedFont>
      <p:font typeface="等线" panose="02010600030101010101" pitchFamily="2" charset="-122"/>
      <p:regular r:id="rId71"/>
      <p:bold r:id="rId72"/>
    </p:embeddedFont>
  </p:embeddedFontLst>
  <p:defaultTextStyle>
    <a:defPPr>
      <a:defRPr lang="zh-CN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F86"/>
    <a:srgbClr val="BE0026"/>
    <a:srgbClr val="CE1127"/>
    <a:srgbClr val="012768"/>
    <a:srgbClr val="EB1E25"/>
    <a:srgbClr val="024CA1"/>
    <a:srgbClr val="DE2810"/>
    <a:srgbClr val="002A90"/>
    <a:srgbClr val="D0142C"/>
    <a:srgbClr val="FFDE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24" autoAdjust="0"/>
    <p:restoredTop sz="94660"/>
  </p:normalViewPr>
  <p:slideViewPr>
    <p:cSldViewPr snapToGrid="0">
      <p:cViewPr varScale="1">
        <p:scale>
          <a:sx n="63" d="100"/>
          <a:sy n="63" d="100"/>
        </p:scale>
        <p:origin x="3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notesMaster" Target="notesMasters/notesMaster1.xml"/><Relationship Id="rId63" Type="http://schemas.openxmlformats.org/officeDocument/2006/relationships/font" Target="fonts/font7.fntdata"/><Relationship Id="rId68" Type="http://schemas.openxmlformats.org/officeDocument/2006/relationships/font" Target="fonts/font12.fntdata"/><Relationship Id="rId76" Type="http://schemas.openxmlformats.org/officeDocument/2006/relationships/tableStyles" Target="tableStyles.xml"/><Relationship Id="rId7" Type="http://schemas.openxmlformats.org/officeDocument/2006/relationships/slide" Target="slides/slide5.xml"/><Relationship Id="rId71" Type="http://schemas.openxmlformats.org/officeDocument/2006/relationships/font" Target="fonts/font15.fntdata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font" Target="fonts/font2.fntdata"/><Relationship Id="rId66" Type="http://schemas.openxmlformats.org/officeDocument/2006/relationships/font" Target="fonts/font10.fntdata"/><Relationship Id="rId7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font" Target="fonts/font1.fntdata"/><Relationship Id="rId61" Type="http://schemas.openxmlformats.org/officeDocument/2006/relationships/font" Target="fonts/font5.fntdata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4.fntdata"/><Relationship Id="rId65" Type="http://schemas.openxmlformats.org/officeDocument/2006/relationships/font" Target="fonts/font9.fntdata"/><Relationship Id="rId73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handoutMaster" Target="handoutMasters/handoutMaster1.xml"/><Relationship Id="rId64" Type="http://schemas.openxmlformats.org/officeDocument/2006/relationships/font" Target="fonts/font8.fntdata"/><Relationship Id="rId69" Type="http://schemas.openxmlformats.org/officeDocument/2006/relationships/font" Target="fonts/font13.fntdata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6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3.fntdata"/><Relationship Id="rId67" Type="http://schemas.openxmlformats.org/officeDocument/2006/relationships/font" Target="fonts/font11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6.fntdata"/><Relationship Id="rId70" Type="http://schemas.openxmlformats.org/officeDocument/2006/relationships/font" Target="fonts/font14.fntdata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9C50FE15-09BF-470E-B607-2CCAE5FBDBB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2D0C600-BBB3-4F86-824C-F3B21424181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6C0B1-5FAC-46D9-9003-8ABD764CDD87}" type="datetime1">
              <a:rPr lang="en-US" altLang="zh-CN" smtClean="0">
                <a:latin typeface="DFPHeiMedium-B5" panose="020B0500000000000000" pitchFamily="34" charset="-122"/>
                <a:ea typeface="DFPHeiMedium-B5" panose="020B0500000000000000" pitchFamily="34" charset="-122"/>
              </a:rPr>
              <a:t>10/27/20 (Tue)</a:t>
            </a:fld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81654D-1AA5-4A15-96E4-8D2B8FD5EFA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pl-PL" altLang="zh-CN" dirty="0">
                <a:latin typeface="DFPHeiMedium-B5" panose="020B0500000000000000" pitchFamily="34" charset="-122"/>
                <a:ea typeface="DFPHeiMedium-B5" panose="020B0500000000000000" pitchFamily="34" charset="-122"/>
              </a:rPr>
              <a:t>TM &amp; © 2015-2020 SAM TOKI STUDIO.</a:t>
            </a:r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56FF693-C6E5-4FCE-AB9D-0B2BC5CEE7E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4BE491-D723-4526-880B-737AC172D568}" type="slidenum">
              <a:rPr lang="zh-CN" altLang="en-US" smtClean="0">
                <a:latin typeface="DFPHeiMedium-B5" panose="020B0500000000000000" pitchFamily="34" charset="-122"/>
                <a:ea typeface="DFPHeiMedium-B5" panose="020B0500000000000000" pitchFamily="34" charset="-122"/>
              </a:rPr>
              <a:t>‹#›</a:t>
            </a:fld>
            <a:endParaRPr lang="zh-CN" altLang="en-US" dirty="0">
              <a:latin typeface="DFPHeiMedium-B5" panose="020B0500000000000000" pitchFamily="34" charset="-122"/>
              <a:ea typeface="DFPHeiMedium-B5" panose="020B0500000000000000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039807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fld id="{1E624E19-8FA1-4214-BAE5-339C73053AC2}" type="datetime1">
              <a:rPr lang="en-US" altLang="zh-CN" smtClean="0"/>
              <a:t>10/27/20 (Tue)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r>
              <a:rPr lang="pl-PL" altLang="zh-CN" dirty="0"/>
              <a:t>TM &amp; © 2015-2020 SAM TOKI STUDIO.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fld id="{DFD614E2-4669-48FF-8D8A-C769063723FC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628854903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冬青黑体旧字形 W3" panose="020B0300000000000000" pitchFamily="34" charset="-122"/>
        <a:ea typeface="冬青黑体旧字形 W3" panose="020B0300000000000000" pitchFamily="34" charset="-122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A1214A-1AF5-42D3-B9E9-7D05B8076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F83E854-5C6C-4AA5-9D2E-EBCBE704A7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72066E-3721-48A7-966C-C5A9B290C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436A2-345C-401F-88AB-AF299CC789B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F6BEA-7E9A-43B3-A218-3B6B871C0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DB8F82-1D9B-46F0-973E-33DFB81FD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7410221"/>
      </p:ext>
    </p:extLst>
  </p:cSld>
  <p:clrMapOvr>
    <a:masterClrMapping/>
  </p:clrMapOvr>
  <p:transition spd="slow" advClick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BE3868-6746-4DE6-ACA4-D947C909C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DBFB17-04C9-4B1F-B5A3-59AB30CA7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0B9315-2C27-47DC-A29A-FEDAC1D6A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29664-EFC1-4651-9447-CCB1AA2FAFB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CA374E1-935B-4343-865E-144004E6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095448-2A21-4CA0-B577-BB3FC7842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4374643"/>
      </p:ext>
    </p:extLst>
  </p:cSld>
  <p:clrMapOvr>
    <a:masterClrMapping/>
  </p:clrMapOvr>
  <p:transition spd="slow" advClick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F8983-6939-4168-A53C-E59ECB0A98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B15DB7-0772-438B-924E-5A85B3E75B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324E85-E392-497A-94D3-B3F3E1EAF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5095C-8044-435A-A2FE-2A1D6A8AD6CA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335564B-D178-46BB-BB90-70B21757E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5A6C30-57C7-44D8-9D80-63D12795A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7719906"/>
      </p:ext>
    </p:extLst>
  </p:cSld>
  <p:clrMapOvr>
    <a:masterClrMapping/>
  </p:clrMapOvr>
  <p:transition spd="slow" advClick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FB1830-8121-4DA9-BA69-8AF912758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6679082-38E8-495F-807B-C800381AB0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369FD74-8973-4B47-BB6B-A957EE4278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6D671CA-109D-4EF6-A70D-67E907782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6220-8E62-4984-A988-B9F6F354BF52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5C14D4-9667-48F3-80A7-4321DBC8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522305-6BDC-4AD5-A31E-DCC4C207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1398964"/>
      </p:ext>
    </p:extLst>
  </p:cSld>
  <p:clrMapOvr>
    <a:masterClrMapping/>
  </p:clrMapOvr>
  <p:transition spd="slow" advClick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7E1109-3F5D-4267-A8DF-89C5D0A72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C10F85-7501-4782-B7AA-346468A0C2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ECF5684-F74D-4DDA-BA2B-F7DEAFD9FF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3CA7BDB-8AF2-4AD6-81AF-AEFCCABD59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68A46E5-4742-4685-BD8A-86C52B036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D0B0BF1-AB89-40D2-B859-8BC223186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04571-1C86-4B9A-9CCC-C83CEDE8AE63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EC19E0BF-BE47-4D43-A914-2547B90DF3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E30B8D7-184F-4C35-9DB5-7882B377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060910"/>
      </p:ext>
    </p:extLst>
  </p:cSld>
  <p:clrMapOvr>
    <a:masterClrMapping/>
  </p:clrMapOvr>
  <p:transition spd="slow" advClick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2C4BDC-0AF9-4A32-A552-223F989A2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411FC9B-D782-4CC4-8B4A-1B3B2A7F2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A508D-9220-4819-923E-67E0057B7C95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7DE6B45-0AB3-4D07-9DC0-335693E78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D7DC597-FB13-47FC-B550-59A710FA9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0637025"/>
      </p:ext>
    </p:extLst>
  </p:cSld>
  <p:clrMapOvr>
    <a:masterClrMapping/>
  </p:clrMapOvr>
  <p:transition spd="slow" advClick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B813A12-F808-43C0-A842-73890CD2D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EAC2A7-9B4D-4E72-84AE-23FF46213738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D69262C-42AD-4B21-863B-2B59C8482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299147-6ADF-4446-AA15-B213A3651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0833217"/>
      </p:ext>
    </p:extLst>
  </p:cSld>
  <p:clrMapOvr>
    <a:masterClrMapping/>
  </p:clrMapOvr>
  <p:transition spd="slow" advClick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EFB343-44DB-49FB-8566-34DDE7388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055703A-8CF7-4B77-A7A3-23A9E214C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AEE142B-57F7-4566-8620-D743949B6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38C817-E0C3-412A-882D-3DDAE4953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39008F-8376-4829-BA58-9A588B029D6A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78996E-0674-4A15-ADA9-5C0BDD61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61A7F81-3FE9-47AE-B538-377F03D9D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4626763"/>
      </p:ext>
    </p:extLst>
  </p:cSld>
  <p:clrMapOvr>
    <a:masterClrMapping/>
  </p:clrMapOvr>
  <p:transition spd="slow" advClick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28163-DAED-41D3-8098-59FB5372A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1E1E387-817E-4669-AA27-A363F763BF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21A550D-7F8E-46B3-A9AB-658F1FD37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E96AB6-6A94-49AF-98CC-6A37C2DEF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CF6F04-A4EF-434F-863E-1827A4C862D0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CA3782D-8337-43FA-A0C8-15CE38DB2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3D9308-4C53-4620-8201-C952A9BB0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293439"/>
      </p:ext>
    </p:extLst>
  </p:cSld>
  <p:clrMapOvr>
    <a:masterClrMapping/>
  </p:clrMapOvr>
  <p:transition spd="slow" advClick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0C98E9-6D19-435A-893A-571DA5B90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F1B53E2-E88E-4121-8843-4AAE94FF92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7807F17-4A0D-42E1-82CB-B7354B0562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CAB1C-D57A-4B8E-AB01-638EF7A459C7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46AF2E-E389-40E2-AB51-24E57D520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54EE228-0161-4A23-896E-BB32A9F1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940595"/>
      </p:ext>
    </p:extLst>
  </p:cSld>
  <p:clrMapOvr>
    <a:masterClrMapping/>
  </p:clrMapOvr>
  <p:transition spd="slow" advClick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50B636E-ED5C-4FE1-928B-8437BC9080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6CCC64B-FE52-4282-B270-7F71EBA869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DA977B-5A45-47F8-B836-31C4BCEBC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FE5AC-D7BF-4065-9E36-2F91BA09BCF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66FEFD-D53A-4BA2-ABB4-94A6AE475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A4688B-4C41-4B55-9D65-4C85CEAFA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8597C8-B884-4AA8-A95F-C6CB76BAD9E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8165713"/>
      </p:ext>
    </p:extLst>
  </p:cSld>
  <p:clrMapOvr>
    <a:masterClrMapping/>
  </p:clrMapOvr>
  <p:transition spd="slow" advClick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8CC210-281E-48CD-95CD-4892AA5D28D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02566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7B7345-32E5-4290-A011-AAF994968602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809577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B5558C-9D02-4E90-9B6C-F9992483E262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70155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FD48EF-2B5D-4905-ABC8-9F97A58253E3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852582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DDF63-F0BA-4C93-88C3-9EDD55E10E47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16481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1A5A4-F195-46E8-BAAA-8F75367C4FCB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8635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0F17-3DC6-44AE-8A43-945302C5040F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56768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1E2E9-D1F3-4B34-BB10-29EB49E1F9B9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59259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42B215-0FA3-421D-89FE-F724A12698A5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69297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CB7AB-D6F3-40C4-B2C5-B83B3A78AAC3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40352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B7E7D0-BD16-4E55-8949-2C5696D4369C}" type="datetime1">
              <a:rPr lang="en-US" altLang="zh-CN" smtClean="0"/>
              <a:t>10/27/20 (Tue)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769286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4BFA47F-D20A-42F7-B9D4-56288FF3E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2FE8704-3A8F-4ACE-AC88-93D5E76D42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24B47D8-4511-4ECA-BD7C-6386C33E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fld id="{AFC69516-C28B-4769-A119-F0359CD01CEE}" type="datetime1">
              <a:rPr lang="en-US" altLang="zh-CN" smtClean="0"/>
              <a:t>10/27/20 (Tue)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1A6F570-A306-4B0E-8AE6-EFD74D4803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0BE0F4-29C0-40ED-85F6-2C93436F5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  <a:ea typeface="冬青黑体旧字形 W3" panose="020B0300000000000000" pitchFamily="34" charset="-122"/>
              </a:defRPr>
            </a:lvl1pPr>
          </a:lstStyle>
          <a:p>
            <a:fld id="{3A8597C8-B884-4AA8-A95F-C6CB76BAD9ED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26097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 advClick="0"/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冬青黑体旧字形 W3" panose="020B0300000000000000" pitchFamily="34" charset="-122"/>
          <a:ea typeface="冬青黑体旧字形 W3" panose="020B0300000000000000" pitchFamily="34" charset="-122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</a:defRPr>
            </a:lvl1pPr>
          </a:lstStyle>
          <a:p>
            <a:fld id="{AC1EA4AA-F6D1-4462-B1B9-9622818AE104}" type="datetime1">
              <a:rPr lang="en-US" altLang="zh-CN" smtClean="0"/>
              <a:t>10/27/20 (Tue)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冬青黑体旧字形 W3" panose="020B0300000000000000" pitchFamily="34" charset="-122"/>
              </a:defRPr>
            </a:lvl1pPr>
          </a:lstStyle>
          <a:p>
            <a:fld id="{565CE74E-AB26-4998-AD42-012C4C1AD076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86080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冬青黑体旧字形 W3" panose="020B0300000000000000" pitchFamily="34" charset="-122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冬青黑体旧字形 W3" panose="020B0300000000000000" pitchFamily="34" charset="-122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Caution">
            <a:extLst>
              <a:ext uri="{FF2B5EF4-FFF2-40B4-BE49-F238E27FC236}">
                <a16:creationId xmlns:a16="http://schemas.microsoft.com/office/drawing/2014/main" id="{FBECA199-AF4B-4D93-9F24-2CFCE005D3BF}"/>
              </a:ext>
            </a:extLst>
          </p:cNvPr>
          <p:cNvSpPr txBox="1"/>
          <p:nvPr/>
        </p:nvSpPr>
        <p:spPr>
          <a:xfrm>
            <a:off x="1901067" y="1843951"/>
            <a:ext cx="8389866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方正韵动粗黑_GBK" panose="02000000000000000000" pitchFamily="2" charset="-122"/>
              </a:rPr>
              <a:t>注意</a:t>
            </a:r>
            <a:endParaRPr kumimoji="0" lang="en-US" altLang="zh-CN" sz="4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必须使用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MS PowerPoint 2019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放映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全自动放映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 </a:t>
            </a: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请勿手动干预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请打开声音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FPHeiMedium-B5" panose="020B0500000000000000" pitchFamily="34" charset="-122"/>
                <a:ea typeface="DFPHeiMedium-B5" panose="020B0500000000000000" pitchFamily="34" charset="-122"/>
                <a:cs typeface="+mn-cs"/>
              </a:rPr>
              <a:t>本作品禁止商用</a:t>
            </a:r>
            <a:endParaRPr kumimoji="0" lang="en-US" altLang="zh-CN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DFPHeiMedium-B5" panose="020B0500000000000000" pitchFamily="34" charset="-122"/>
              <a:ea typeface="DFPHeiMedium-B5" panose="020B0500000000000000" pitchFamily="34" charset="-122"/>
              <a:cs typeface="+mn-cs"/>
            </a:endParaRPr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CDAAA773-D4F4-4FA2-8725-03910C70DF54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777E112B-42E6-4EE0-899A-FC3176AC35D0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7" name="文本框 16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EF8FE2A-E66C-4053-8A6B-4E7522F0C22D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23" name="文本框 22">
            <a:extLst>
              <a:ext uri="{FF2B5EF4-FFF2-40B4-BE49-F238E27FC236}">
                <a16:creationId xmlns:a16="http://schemas.microsoft.com/office/drawing/2014/main" id="{DB1CBEEE-2F7C-4255-98B0-99335024D4F0}"/>
              </a:ext>
            </a:extLst>
          </p:cNvPr>
          <p:cNvSpPr txBox="1"/>
          <p:nvPr/>
        </p:nvSpPr>
        <p:spPr>
          <a:xfrm>
            <a:off x="0" y="6149000"/>
            <a:ext cx="222874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+mn-cs"/>
              </a:rPr>
              <a:t>中文（简体）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+mn-cs"/>
            </a:endParaRP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+mn-cs"/>
              </a:rPr>
              <a:t>Chinese (Simplified)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50000"/>
                </a:prstClr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+mn-cs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</p:spTree>
    <p:extLst>
      <p:ext uri="{BB962C8B-B14F-4D97-AF65-F5344CB8AC3E}">
        <p14:creationId xmlns:p14="http://schemas.microsoft.com/office/powerpoint/2010/main" val="3481469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6000">
        <p:sndAc>
          <p:endSnd/>
        </p:sndAc>
      </p:transition>
    </mc:Choice>
    <mc:Fallback xmlns="">
      <p:transition advClick="0" advTm="6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1" nodeType="withEffect">
                                  <p:stCondLst>
                                    <p:cond delay="5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5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9" grpId="1"/>
      <p:bldP spid="23" grpId="0"/>
      <p:bldP spid="23" grpId="1"/>
      <p:bldP spid="1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E2DFE6A-1D83-4DE9-B02F-6474C3FA991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C75EEE70-B9F9-4D05-893E-004D807DE24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30" name="文本框 29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6F214D59-38D3-4F49-A194-D1A33BA92FEF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cxnSp>
        <p:nvCxnSpPr>
          <p:cNvPr id="38" name="Line 4">
            <a:extLst>
              <a:ext uri="{FF2B5EF4-FFF2-40B4-BE49-F238E27FC236}">
                <a16:creationId xmlns:a16="http://schemas.microsoft.com/office/drawing/2014/main" id="{9DD1FE5F-1431-48FC-9EC6-222AD79CCC24}"/>
              </a:ext>
            </a:extLst>
          </p:cNvPr>
          <p:cNvCxnSpPr>
            <a:cxnSpLocks/>
          </p:cNvCxnSpPr>
          <p:nvPr/>
        </p:nvCxnSpPr>
        <p:spPr>
          <a:xfrm>
            <a:off x="6094800" y="34290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Line 3">
            <a:extLst>
              <a:ext uri="{FF2B5EF4-FFF2-40B4-BE49-F238E27FC236}">
                <a16:creationId xmlns:a16="http://schemas.microsoft.com/office/drawing/2014/main" id="{FE1A3A95-D98D-4103-AA8A-0AC072D978A6}"/>
              </a:ext>
            </a:extLst>
          </p:cNvPr>
          <p:cNvCxnSpPr>
            <a:cxnSpLocks/>
          </p:cNvCxnSpPr>
          <p:nvPr/>
        </p:nvCxnSpPr>
        <p:spPr>
          <a:xfrm>
            <a:off x="6094800" y="-109728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Line 2">
            <a:extLst>
              <a:ext uri="{FF2B5EF4-FFF2-40B4-BE49-F238E27FC236}">
                <a16:creationId xmlns:a16="http://schemas.microsoft.com/office/drawing/2014/main" id="{3035B574-9529-4939-ACBA-C3DA078E5E8A}"/>
              </a:ext>
            </a:extLst>
          </p:cNvPr>
          <p:cNvCxnSpPr>
            <a:cxnSpLocks/>
          </p:cNvCxnSpPr>
          <p:nvPr/>
        </p:nvCxnSpPr>
        <p:spPr>
          <a:xfrm>
            <a:off x="6096000" y="3429000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Line 1">
            <a:extLst>
              <a:ext uri="{FF2B5EF4-FFF2-40B4-BE49-F238E27FC236}">
                <a16:creationId xmlns:a16="http://schemas.microsoft.com/office/drawing/2014/main" id="{90977D7D-F014-4316-A3E5-2F8B1D0E1B3C}"/>
              </a:ext>
            </a:extLst>
          </p:cNvPr>
          <p:cNvCxnSpPr>
            <a:cxnSpLocks/>
          </p:cNvCxnSpPr>
          <p:nvPr/>
        </p:nvCxnSpPr>
        <p:spPr>
          <a:xfrm>
            <a:off x="-8301600" y="3429000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Aim">
            <a:extLst>
              <a:ext uri="{FF2B5EF4-FFF2-40B4-BE49-F238E27FC236}">
                <a16:creationId xmlns:a16="http://schemas.microsoft.com/office/drawing/2014/main" id="{334373F6-4A60-42C2-AE8B-5C5235FDB047}"/>
              </a:ext>
            </a:extLst>
          </p:cNvPr>
          <p:cNvSpPr/>
          <p:nvPr/>
        </p:nvSpPr>
        <p:spPr>
          <a:xfrm>
            <a:off x="5916000" y="3249000"/>
            <a:ext cx="360000" cy="360000"/>
          </a:xfrm>
          <a:prstGeom prst="ellipse">
            <a:avLst/>
          </a:prstGeom>
          <a:noFill/>
          <a:ln w="25400">
            <a:solidFill>
              <a:srgbClr val="FF0000"/>
            </a:solidFill>
          </a:ln>
          <a:effectLst>
            <a:outerShdw blurRad="63500" algn="c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1443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2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4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</p:txBody>
      </p: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6E2DFE6A-1D83-4DE9-B02F-6474C3FA991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C75EEE70-B9F9-4D05-893E-004D807DE24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30" name="文本框 29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6F214D59-38D3-4F49-A194-D1A33BA92FEF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cxnSp>
        <p:nvCxnSpPr>
          <p:cNvPr id="38" name="Line 4">
            <a:extLst>
              <a:ext uri="{FF2B5EF4-FFF2-40B4-BE49-F238E27FC236}">
                <a16:creationId xmlns:a16="http://schemas.microsoft.com/office/drawing/2014/main" id="{9DD1FE5F-1431-48FC-9EC6-222AD79CCC24}"/>
              </a:ext>
            </a:extLst>
          </p:cNvPr>
          <p:cNvCxnSpPr>
            <a:cxnSpLocks/>
          </p:cNvCxnSpPr>
          <p:nvPr/>
        </p:nvCxnSpPr>
        <p:spPr>
          <a:xfrm>
            <a:off x="1509350" y="1748122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Line 3">
            <a:extLst>
              <a:ext uri="{FF2B5EF4-FFF2-40B4-BE49-F238E27FC236}">
                <a16:creationId xmlns:a16="http://schemas.microsoft.com/office/drawing/2014/main" id="{FE1A3A95-D98D-4103-AA8A-0AC072D978A6}"/>
              </a:ext>
            </a:extLst>
          </p:cNvPr>
          <p:cNvCxnSpPr>
            <a:cxnSpLocks/>
          </p:cNvCxnSpPr>
          <p:nvPr/>
        </p:nvCxnSpPr>
        <p:spPr>
          <a:xfrm>
            <a:off x="1509350" y="-12650400"/>
            <a:ext cx="0" cy="1440000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Line 2">
            <a:extLst>
              <a:ext uri="{FF2B5EF4-FFF2-40B4-BE49-F238E27FC236}">
                <a16:creationId xmlns:a16="http://schemas.microsoft.com/office/drawing/2014/main" id="{3035B574-9529-4939-ACBA-C3DA078E5E8A}"/>
              </a:ext>
            </a:extLst>
          </p:cNvPr>
          <p:cNvCxnSpPr>
            <a:cxnSpLocks/>
          </p:cNvCxnSpPr>
          <p:nvPr/>
        </p:nvCxnSpPr>
        <p:spPr>
          <a:xfrm>
            <a:off x="1510550" y="1748122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Line 1">
            <a:extLst>
              <a:ext uri="{FF2B5EF4-FFF2-40B4-BE49-F238E27FC236}">
                <a16:creationId xmlns:a16="http://schemas.microsoft.com/office/drawing/2014/main" id="{90977D7D-F014-4316-A3E5-2F8B1D0E1B3C}"/>
              </a:ext>
            </a:extLst>
          </p:cNvPr>
          <p:cNvCxnSpPr>
            <a:cxnSpLocks/>
          </p:cNvCxnSpPr>
          <p:nvPr/>
        </p:nvCxnSpPr>
        <p:spPr>
          <a:xfrm>
            <a:off x="-12884400" y="1748122"/>
            <a:ext cx="14400000" cy="0"/>
          </a:xfrm>
          <a:prstGeom prst="line">
            <a:avLst/>
          </a:prstGeom>
          <a:ln w="12700">
            <a:solidFill>
              <a:srgbClr val="FF0000"/>
            </a:solidFill>
          </a:ln>
          <a:effectLst>
            <a:outerShdw blurRad="63500" algn="ctr" rotWithShape="0">
              <a:srgbClr val="FF0000"/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Oval Aim">
            <a:extLst>
              <a:ext uri="{FF2B5EF4-FFF2-40B4-BE49-F238E27FC236}">
                <a16:creationId xmlns:a16="http://schemas.microsoft.com/office/drawing/2014/main" id="{334373F6-4A60-42C2-AE8B-5C5235FDB047}"/>
              </a:ext>
            </a:extLst>
          </p:cNvPr>
          <p:cNvSpPr/>
          <p:nvPr/>
        </p:nvSpPr>
        <p:spPr>
          <a:xfrm>
            <a:off x="1330550" y="1568122"/>
            <a:ext cx="360000" cy="360000"/>
          </a:xfrm>
          <a:prstGeom prst="ellipse">
            <a:avLst/>
          </a:prstGeom>
          <a:noFill/>
          <a:ln w="25400">
            <a:solidFill>
              <a:srgbClr val="FF0000"/>
            </a:solidFill>
          </a:ln>
          <a:effectLst>
            <a:outerShdw blurRad="63500" algn="ctr" rotWithShape="0">
              <a:schemeClr val="tx1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029826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250">
        <p159:morph option="byChar"/>
      </p:transition>
    </mc:Choice>
    <mc:Fallback xmlns="">
      <p:transition spd="slow" advClick="0" advTm="25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0551CDD-0D0C-4B0B-BC62-1519C823FA72}"/>
              </a:ext>
            </a:extLst>
          </p:cNvPr>
          <p:cNvSpPr/>
          <p:nvPr/>
        </p:nvSpPr>
        <p:spPr>
          <a:xfrm>
            <a:off x="815021" y="2057591"/>
            <a:ext cx="5400000" cy="3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dist="38100" dir="2700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1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冬青黑体旧字形 W3" panose="020B0300000000000000" pitchFamily="34" charset="-122"/>
              <a:ea typeface="冬青黑体旧字形 W3" panose="020B0300000000000000" pitchFamily="3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1166918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Ｔ Ｋ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FFD39-E06C-4EFA-92B5-83D9B2AA0921}"/>
              </a:ext>
            </a:extLst>
          </p:cNvPr>
          <p:cNvSpPr txBox="1"/>
          <p:nvPr/>
        </p:nvSpPr>
        <p:spPr>
          <a:xfrm>
            <a:off x="2184453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映 画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1859F5B-9E8E-441F-B9B6-FE5797425A70}"/>
              </a:ext>
            </a:extLst>
          </p:cNvPr>
          <p:cNvSpPr txBox="1"/>
          <p:nvPr/>
        </p:nvSpPr>
        <p:spPr>
          <a:xfrm>
            <a:off x="3134115" y="1463414"/>
            <a:ext cx="18075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工 作 室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B610EAE-17C5-42BA-AA2F-A523280713FD}"/>
              </a:ext>
            </a:extLst>
          </p:cNvPr>
          <p:cNvSpPr txBox="1"/>
          <p:nvPr/>
        </p:nvSpPr>
        <p:spPr>
          <a:xfrm>
            <a:off x="4770964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作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6CD2B7D-8722-4FFC-8149-2E817C59B5AD}"/>
              </a:ext>
            </a:extLst>
          </p:cNvPr>
          <p:cNvSpPr txBox="1"/>
          <p:nvPr/>
        </p:nvSpPr>
        <p:spPr>
          <a:xfrm>
            <a:off x="5266572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品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0E92242-4913-4FB7-B9A4-F8BCD11279EA}"/>
              </a:ext>
            </a:extLst>
          </p:cNvPr>
          <p:cNvSpPr txBox="1"/>
          <p:nvPr/>
        </p:nvSpPr>
        <p:spPr>
          <a:xfrm>
            <a:off x="126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SAM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D108E6-658D-479D-81E6-D13145EF34D7}"/>
              </a:ext>
            </a:extLst>
          </p:cNvPr>
          <p:cNvSpPr txBox="1"/>
          <p:nvPr/>
        </p:nvSpPr>
        <p:spPr>
          <a:xfrm>
            <a:off x="2232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TOKI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1DA63D-7DF2-4031-B4F0-9ADB7A79892D}"/>
              </a:ext>
            </a:extLst>
          </p:cNvPr>
          <p:cNvSpPr txBox="1"/>
          <p:nvPr/>
        </p:nvSpPr>
        <p:spPr>
          <a:xfrm>
            <a:off x="324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FILM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7786DD1-A70C-45A4-B574-C43931A8AA18}"/>
              </a:ext>
            </a:extLst>
          </p:cNvPr>
          <p:cNvSpPr txBox="1"/>
          <p:nvPr/>
        </p:nvSpPr>
        <p:spPr>
          <a:xfrm>
            <a:off x="4176000" y="2154599"/>
            <a:ext cx="162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STUDIO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  |  Music by MONACA</a:t>
            </a:r>
          </a:p>
        </p:txBody>
      </p: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B5189861-45C4-4552-A68D-A70E91783F9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AF2F3AC5-800A-4406-B380-F71402A88F86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41" name="文本框 40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F45E859-D549-4985-B0EF-EBA79788AF20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32" name="文本框 STS旗下工作室">
            <a:extLst>
              <a:ext uri="{FF2B5EF4-FFF2-40B4-BE49-F238E27FC236}">
                <a16:creationId xmlns:a16="http://schemas.microsoft.com/office/drawing/2014/main" id="{2FF9A773-12B4-4B59-970F-F6CB8E9C6EDD}"/>
              </a:ext>
            </a:extLst>
          </p:cNvPr>
          <p:cNvSpPr txBox="1"/>
          <p:nvPr/>
        </p:nvSpPr>
        <p:spPr>
          <a:xfrm>
            <a:off x="539999" y="360000"/>
            <a:ext cx="3600000" cy="3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Source Han Sans Medium" panose="020B0600000000000000" pitchFamily="34" charset="-122"/>
                <a:ea typeface="Source Han Sans Medium" panose="020B0600000000000000" pitchFamily="34" charset="-122"/>
                <a:cs typeface="Arial" panose="020B0604020202020204" pitchFamily="34" charset="0"/>
              </a:rPr>
              <a:t>SAM TOKI STUDIO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Source Han Sans Medium" panose="020B0600000000000000" pitchFamily="34" charset="-122"/>
                <a:ea typeface="Source Han Sans Medium" panose="020B0600000000000000" pitchFamily="34" charset="-122"/>
                <a:cs typeface="Arial" panose="020B0604020202020204" pitchFamily="34" charset="0"/>
              </a:rPr>
              <a:t>旗下工作室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Source Han Sans Medium" panose="020B0600000000000000" pitchFamily="34" charset="-122"/>
              <a:ea typeface="Source Han Sans Medium" panose="020B0600000000000000" pitchFamily="34" charset="-122"/>
              <a:cs typeface="Arial" panose="020B0604020202020204" pitchFamily="34" charset="0"/>
            </a:endParaRPr>
          </a:p>
        </p:txBody>
      </p:sp>
      <p:pic>
        <p:nvPicPr>
          <p:cNvPr id="20" name="Sound Effect from HaiyoreNyarukosanW [B]">
            <a:hlinkClick r:id="" action="ppaction://media"/>
            <a:extLst>
              <a:ext uri="{FF2B5EF4-FFF2-40B4-BE49-F238E27FC236}">
                <a16:creationId xmlns:a16="http://schemas.microsoft.com/office/drawing/2014/main" id="{48EDFF64-7C9D-4045-8F66-5FF2F68134D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-1" y="0"/>
            <a:ext cx="492125" cy="49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178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0">
        <p:sndAc>
          <p:endSnd/>
        </p:sndAc>
      </p:transition>
    </mc:Choice>
    <mc:Fallback xmlns="">
      <p:transition advClick="0" advTm="5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2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6" presetClass="entr" presetSubtype="4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5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4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8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6" presetClass="entr" presetSubtype="4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1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42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4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1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grpId="0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22" presetClass="exit" presetSubtype="8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0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6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</p:childTnLst>
        </p:cTn>
      </p:par>
    </p:tnLst>
    <p:bldLst>
      <p:bldP spid="11" grpId="0" animBg="1"/>
      <p:bldP spid="11" grpId="1" animBg="1"/>
      <p:bldP spid="4" grpId="0"/>
      <p:bldP spid="4" grpId="1"/>
      <p:bldP spid="21" grpId="0"/>
      <p:bldP spid="21" grpId="1"/>
      <p:bldP spid="22" grpId="0"/>
      <p:bldP spid="22" grpId="1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8" grpId="1"/>
      <p:bldP spid="32" grpId="0"/>
      <p:bldP spid="32" grpId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0AC59BA-CC71-44FA-8BC7-73F0330D8A9F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4F38BAC-ACBC-489F-9984-3053A08C14B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1" dirty="0">
                <a:latin typeface="冬青黑体旧字形 W3" panose="020B0300000000000000" pitchFamily="34" charset="-122"/>
                <a:ea typeface="冬青黑体旧字形 W3" panose="020B0300000000000000" pitchFamily="34" charset="-122"/>
              </a:endParaRPr>
            </a:p>
          </p:txBody>
        </p:sp>
        <p:sp>
          <p:nvSpPr>
            <p:cNvPr id="15" name="文本框 14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97A66595-2F70-4E13-B7F2-B3A67848FB97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lang="zh-CN" altLang="en-US" sz="1100" dirty="0">
                <a:solidFill>
                  <a:schemeClr val="bg1"/>
                </a:solidFill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63CF3CC4-92EF-4FBC-A9D8-96599287878D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alpha val="30000"/>
                  </a:schemeClr>
                </a:solidFill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069900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/>
    </mc:Choice>
    <mc:Fallback xmlns="">
      <p:transition advClick="0" advTm="1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START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开始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182170269"/>
      </p:ext>
    </p:extLst>
  </p:cSld>
  <p:clrMapOvr>
    <a:masterClrMapping/>
  </p:clrMapOvr>
  <p:transition advClick="0" advTm="1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2889000"/>
            <a:ext cx="12195280" cy="108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5556000" y="0"/>
            <a:ext cx="1080000" cy="6856886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7012909" y="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9312000" y="882317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9312000" y="431725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7012909" y="448200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1041055" y="4482000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0" y="431725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0" y="883228"/>
            <a:ext cx="2880000" cy="1657514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1039091" y="-2"/>
            <a:ext cx="4140000" cy="2376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7010944" y="1"/>
            <a:ext cx="5181055" cy="2536404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8274627" y="4317258"/>
            <a:ext cx="3920654" cy="2260308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0" y="4321596"/>
            <a:ext cx="5181055" cy="2536404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278296"/>
            <a:ext cx="3920654" cy="2258109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Kingdom of Great Britain and Northern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大不列颠及北爱尔兰联合王国（英国）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296023789"/>
      </p:ext>
    </p:extLst>
  </p:cSld>
  <p:clrMapOvr>
    <a:masterClrMapping/>
  </p:clrMapOvr>
  <p:transition advClick="0" advTm="2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1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2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ntr" presetSubtype="4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2" presetClass="entr" presetSubtype="1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" presetClass="entr" presetSubtype="3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6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12" decel="10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2" presetClass="entr" presetSubtype="9" decel="10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20" grpId="0" animBg="1"/>
      <p:bldP spid="6" grpId="0" animBg="1"/>
      <p:bldP spid="14" grpId="0" animBg="1"/>
      <p:bldP spid="22" grpId="0" animBg="1"/>
      <p:bldP spid="24" grpId="0" animBg="1"/>
      <p:bldP spid="5" grpId="0" animBg="1"/>
      <p:bldP spid="4" grpId="0" animBg="1"/>
      <p:bldP spid="18" grpId="0" animBg="1"/>
      <p:bldP spid="27" grpId="0" animBg="1"/>
      <p:bldP spid="29" grpId="0" animBg="1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9999">
            <a:extLst>
              <a:ext uri="{FF2B5EF4-FFF2-40B4-BE49-F238E27FC236}">
                <a16:creationId xmlns:a16="http://schemas.microsoft.com/office/drawing/2014/main" id="{C1CD4A76-0070-4CB4-B08F-91211A67F5AA}"/>
              </a:ext>
            </a:extLst>
          </p:cNvPr>
          <p:cNvGrpSpPr/>
          <p:nvPr/>
        </p:nvGrpSpPr>
        <p:grpSpPr>
          <a:xfrm>
            <a:off x="-3281" y="-2"/>
            <a:ext cx="12198562" cy="6858002"/>
            <a:chOff x="-3281" y="-2"/>
            <a:chExt cx="12198562" cy="685800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EA2A196-5899-4ACB-8FD4-69AC4813684E}"/>
                </a:ext>
              </a:extLst>
            </p:cNvPr>
            <p:cNvSpPr/>
            <p:nvPr/>
          </p:nvSpPr>
          <p:spPr>
            <a:xfrm>
              <a:off x="-3280" y="2889000"/>
              <a:ext cx="12195280" cy="1080000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930D4D3-977F-49EA-A977-DE168AC16244}"/>
                </a:ext>
              </a:extLst>
            </p:cNvPr>
            <p:cNvSpPr/>
            <p:nvPr/>
          </p:nvSpPr>
          <p:spPr>
            <a:xfrm>
              <a:off x="5556000" y="0"/>
              <a:ext cx="1080000" cy="6856886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riangle 1">
              <a:extLst>
                <a:ext uri="{FF2B5EF4-FFF2-40B4-BE49-F238E27FC236}">
                  <a16:creationId xmlns:a16="http://schemas.microsoft.com/office/drawing/2014/main" id="{F97B4B77-B783-45B1-9805-B26C17D9E3B5}"/>
                </a:ext>
              </a:extLst>
            </p:cNvPr>
            <p:cNvSpPr/>
            <p:nvPr/>
          </p:nvSpPr>
          <p:spPr>
            <a:xfrm flipV="1">
              <a:off x="7012909" y="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riangle 2">
              <a:extLst>
                <a:ext uri="{FF2B5EF4-FFF2-40B4-BE49-F238E27FC236}">
                  <a16:creationId xmlns:a16="http://schemas.microsoft.com/office/drawing/2014/main" id="{632EA5ED-89F6-4A16-81B1-3C292BA0EB84}"/>
                </a:ext>
              </a:extLst>
            </p:cNvPr>
            <p:cNvSpPr/>
            <p:nvPr/>
          </p:nvSpPr>
          <p:spPr>
            <a:xfrm flipH="1">
              <a:off x="9312000" y="882317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riangle 3">
              <a:extLst>
                <a:ext uri="{FF2B5EF4-FFF2-40B4-BE49-F238E27FC236}">
                  <a16:creationId xmlns:a16="http://schemas.microsoft.com/office/drawing/2014/main" id="{F2DF7EF9-B3D5-447D-B471-F388A85F46AB}"/>
                </a:ext>
              </a:extLst>
            </p:cNvPr>
            <p:cNvSpPr/>
            <p:nvPr/>
          </p:nvSpPr>
          <p:spPr>
            <a:xfrm flipH="1" flipV="1">
              <a:off x="931200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riangle 4">
              <a:extLst>
                <a:ext uri="{FF2B5EF4-FFF2-40B4-BE49-F238E27FC236}">
                  <a16:creationId xmlns:a16="http://schemas.microsoft.com/office/drawing/2014/main" id="{D1EB520C-C68E-4249-ACCC-BE66281F9E19}"/>
                </a:ext>
              </a:extLst>
            </p:cNvPr>
            <p:cNvSpPr/>
            <p:nvPr/>
          </p:nvSpPr>
          <p:spPr>
            <a:xfrm>
              <a:off x="7012909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riangle 5">
              <a:extLst>
                <a:ext uri="{FF2B5EF4-FFF2-40B4-BE49-F238E27FC236}">
                  <a16:creationId xmlns:a16="http://schemas.microsoft.com/office/drawing/2014/main" id="{6B34958E-6581-4164-B99F-E0C83E2EA50A}"/>
                </a:ext>
              </a:extLst>
            </p:cNvPr>
            <p:cNvSpPr/>
            <p:nvPr/>
          </p:nvSpPr>
          <p:spPr>
            <a:xfrm flipH="1">
              <a:off x="1041055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riangle 6">
              <a:extLst>
                <a:ext uri="{FF2B5EF4-FFF2-40B4-BE49-F238E27FC236}">
                  <a16:creationId xmlns:a16="http://schemas.microsoft.com/office/drawing/2014/main" id="{D9B8E0C4-2102-47AE-BE57-EC2B121E0B43}"/>
                </a:ext>
              </a:extLst>
            </p:cNvPr>
            <p:cNvSpPr/>
            <p:nvPr/>
          </p:nvSpPr>
          <p:spPr>
            <a:xfrm flipV="1">
              <a:off x="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riangle 7">
              <a:extLst>
                <a:ext uri="{FF2B5EF4-FFF2-40B4-BE49-F238E27FC236}">
                  <a16:creationId xmlns:a16="http://schemas.microsoft.com/office/drawing/2014/main" id="{DB723480-AC33-4E47-9DBB-6E520D5A9DD2}"/>
                </a:ext>
              </a:extLst>
            </p:cNvPr>
            <p:cNvSpPr/>
            <p:nvPr/>
          </p:nvSpPr>
          <p:spPr>
            <a:xfrm>
              <a:off x="0" y="88322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8">
              <a:extLst>
                <a:ext uri="{FF2B5EF4-FFF2-40B4-BE49-F238E27FC236}">
                  <a16:creationId xmlns:a16="http://schemas.microsoft.com/office/drawing/2014/main" id="{70F8C60C-BAB6-44FA-BFCA-898A422811F1}"/>
                </a:ext>
              </a:extLst>
            </p:cNvPr>
            <p:cNvSpPr/>
            <p:nvPr/>
          </p:nvSpPr>
          <p:spPr>
            <a:xfrm flipH="1" flipV="1">
              <a:off x="1039091" y="-2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Parallelogram 1">
              <a:extLst>
                <a:ext uri="{FF2B5EF4-FFF2-40B4-BE49-F238E27FC236}">
                  <a16:creationId xmlns:a16="http://schemas.microsoft.com/office/drawing/2014/main" id="{52CEE331-58F1-4717-8450-A17DDE622228}"/>
                </a:ext>
              </a:extLst>
            </p:cNvPr>
            <p:cNvSpPr/>
            <p:nvPr/>
          </p:nvSpPr>
          <p:spPr>
            <a:xfrm>
              <a:off x="7010944" y="1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7" name="Group 2">
              <a:extLst>
                <a:ext uri="{FF2B5EF4-FFF2-40B4-BE49-F238E27FC236}">
                  <a16:creationId xmlns:a16="http://schemas.microsoft.com/office/drawing/2014/main" id="{BCEE0933-23E6-4D9A-9B9D-A34B8E414BCD}"/>
                </a:ext>
              </a:extLst>
            </p:cNvPr>
            <p:cNvGrpSpPr/>
            <p:nvPr/>
          </p:nvGrpSpPr>
          <p:grpSpPr>
            <a:xfrm>
              <a:off x="8274627" y="4317258"/>
              <a:ext cx="3920654" cy="2260308"/>
              <a:chOff x="8274627" y="4317258"/>
              <a:chExt cx="3920654" cy="2260308"/>
            </a:xfrm>
          </p:grpSpPr>
          <p:sp>
            <p:nvSpPr>
              <p:cNvPr id="31" name="Parallelogram 2">
                <a:extLst>
                  <a:ext uri="{FF2B5EF4-FFF2-40B4-BE49-F238E27FC236}">
                    <a16:creationId xmlns:a16="http://schemas.microsoft.com/office/drawing/2014/main" id="{78B31B0F-A298-4F6F-AB19-B0ED8250053C}"/>
                  </a:ext>
                </a:extLst>
              </p:cNvPr>
              <p:cNvSpPr/>
              <p:nvPr/>
            </p:nvSpPr>
            <p:spPr>
              <a:xfrm flipH="1">
                <a:off x="8274627" y="4317258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riangle 9">
                <a:extLst>
                  <a:ext uri="{FF2B5EF4-FFF2-40B4-BE49-F238E27FC236}">
                    <a16:creationId xmlns:a16="http://schemas.microsoft.com/office/drawing/2014/main" id="{18D5D1E6-0970-4733-BAA5-D3A684C7E56C}"/>
                  </a:ext>
                </a:extLst>
              </p:cNvPr>
              <p:cNvSpPr/>
              <p:nvPr/>
            </p:nvSpPr>
            <p:spPr>
              <a:xfrm flipH="1" flipV="1">
                <a:off x="11371795" y="6105518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Parallelogram 3">
              <a:extLst>
                <a:ext uri="{FF2B5EF4-FFF2-40B4-BE49-F238E27FC236}">
                  <a16:creationId xmlns:a16="http://schemas.microsoft.com/office/drawing/2014/main" id="{4FD73669-283B-40DD-A961-17FEC864AEF4}"/>
                </a:ext>
              </a:extLst>
            </p:cNvPr>
            <p:cNvSpPr/>
            <p:nvPr/>
          </p:nvSpPr>
          <p:spPr>
            <a:xfrm>
              <a:off x="0" y="4321596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4">
              <a:extLst>
                <a:ext uri="{FF2B5EF4-FFF2-40B4-BE49-F238E27FC236}">
                  <a16:creationId xmlns:a16="http://schemas.microsoft.com/office/drawing/2014/main" id="{440BA1D0-232E-49F3-B075-2EF77E093C83}"/>
                </a:ext>
              </a:extLst>
            </p:cNvPr>
            <p:cNvGrpSpPr/>
            <p:nvPr/>
          </p:nvGrpSpPr>
          <p:grpSpPr>
            <a:xfrm>
              <a:off x="-3281" y="278296"/>
              <a:ext cx="3920654" cy="2258109"/>
              <a:chOff x="-3281" y="278296"/>
              <a:chExt cx="3920654" cy="2258109"/>
            </a:xfrm>
          </p:grpSpPr>
          <p:sp>
            <p:nvSpPr>
              <p:cNvPr id="25" name="Parallelogram 4">
                <a:extLst>
                  <a:ext uri="{FF2B5EF4-FFF2-40B4-BE49-F238E27FC236}">
                    <a16:creationId xmlns:a16="http://schemas.microsoft.com/office/drawing/2014/main" id="{D4A84030-D242-4753-A7FB-51E13BFB2EE8}"/>
                  </a:ext>
                </a:extLst>
              </p:cNvPr>
              <p:cNvSpPr/>
              <p:nvPr/>
            </p:nvSpPr>
            <p:spPr>
              <a:xfrm flipH="1">
                <a:off x="-3281" y="748145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riangle 10">
                <a:extLst>
                  <a:ext uri="{FF2B5EF4-FFF2-40B4-BE49-F238E27FC236}">
                    <a16:creationId xmlns:a16="http://schemas.microsoft.com/office/drawing/2014/main" id="{B2C25CA7-603D-4553-B092-EAD2E4306D1D}"/>
                  </a:ext>
                </a:extLst>
              </p:cNvPr>
              <p:cNvSpPr/>
              <p:nvPr/>
            </p:nvSpPr>
            <p:spPr>
              <a:xfrm>
                <a:off x="-3281" y="278296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Kingdom of Great Britain and Northern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大不列颠及北爱尔兰联合王国（英国）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971978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3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" name="Group 991">
            <a:extLst>
              <a:ext uri="{FF2B5EF4-FFF2-40B4-BE49-F238E27FC236}">
                <a16:creationId xmlns:a16="http://schemas.microsoft.com/office/drawing/2014/main" id="{C1CD4A76-0070-4CB4-B08F-91211A67F5AA}"/>
              </a:ext>
            </a:extLst>
          </p:cNvPr>
          <p:cNvGrpSpPr/>
          <p:nvPr/>
        </p:nvGrpSpPr>
        <p:grpSpPr>
          <a:xfrm>
            <a:off x="-3281" y="-2"/>
            <a:ext cx="6099283" cy="3429002"/>
            <a:chOff x="-3281" y="-2"/>
            <a:chExt cx="12198562" cy="685800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EA2A196-5899-4ACB-8FD4-69AC4813684E}"/>
                </a:ext>
              </a:extLst>
            </p:cNvPr>
            <p:cNvSpPr/>
            <p:nvPr/>
          </p:nvSpPr>
          <p:spPr>
            <a:xfrm>
              <a:off x="-3280" y="2889000"/>
              <a:ext cx="12195280" cy="1080000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930D4D3-977F-49EA-A977-DE168AC16244}"/>
                </a:ext>
              </a:extLst>
            </p:cNvPr>
            <p:cNvSpPr/>
            <p:nvPr/>
          </p:nvSpPr>
          <p:spPr>
            <a:xfrm>
              <a:off x="5556000" y="0"/>
              <a:ext cx="1080000" cy="6856886"/>
            </a:xfrm>
            <a:prstGeom prst="rect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riangle 1">
              <a:extLst>
                <a:ext uri="{FF2B5EF4-FFF2-40B4-BE49-F238E27FC236}">
                  <a16:creationId xmlns:a16="http://schemas.microsoft.com/office/drawing/2014/main" id="{F97B4B77-B783-45B1-9805-B26C17D9E3B5}"/>
                </a:ext>
              </a:extLst>
            </p:cNvPr>
            <p:cNvSpPr/>
            <p:nvPr/>
          </p:nvSpPr>
          <p:spPr>
            <a:xfrm flipV="1">
              <a:off x="7012909" y="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riangle 2">
              <a:extLst>
                <a:ext uri="{FF2B5EF4-FFF2-40B4-BE49-F238E27FC236}">
                  <a16:creationId xmlns:a16="http://schemas.microsoft.com/office/drawing/2014/main" id="{632EA5ED-89F6-4A16-81B1-3C292BA0EB84}"/>
                </a:ext>
              </a:extLst>
            </p:cNvPr>
            <p:cNvSpPr/>
            <p:nvPr/>
          </p:nvSpPr>
          <p:spPr>
            <a:xfrm flipH="1">
              <a:off x="9312000" y="882317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riangle 3">
              <a:extLst>
                <a:ext uri="{FF2B5EF4-FFF2-40B4-BE49-F238E27FC236}">
                  <a16:creationId xmlns:a16="http://schemas.microsoft.com/office/drawing/2014/main" id="{F2DF7EF9-B3D5-447D-B471-F388A85F46AB}"/>
                </a:ext>
              </a:extLst>
            </p:cNvPr>
            <p:cNvSpPr/>
            <p:nvPr/>
          </p:nvSpPr>
          <p:spPr>
            <a:xfrm flipH="1" flipV="1">
              <a:off x="931200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riangle 4">
              <a:extLst>
                <a:ext uri="{FF2B5EF4-FFF2-40B4-BE49-F238E27FC236}">
                  <a16:creationId xmlns:a16="http://schemas.microsoft.com/office/drawing/2014/main" id="{D1EB520C-C68E-4249-ACCC-BE66281F9E19}"/>
                </a:ext>
              </a:extLst>
            </p:cNvPr>
            <p:cNvSpPr/>
            <p:nvPr/>
          </p:nvSpPr>
          <p:spPr>
            <a:xfrm>
              <a:off x="7012909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riangle 5">
              <a:extLst>
                <a:ext uri="{FF2B5EF4-FFF2-40B4-BE49-F238E27FC236}">
                  <a16:creationId xmlns:a16="http://schemas.microsoft.com/office/drawing/2014/main" id="{6B34958E-6581-4164-B99F-E0C83E2EA50A}"/>
                </a:ext>
              </a:extLst>
            </p:cNvPr>
            <p:cNvSpPr/>
            <p:nvPr/>
          </p:nvSpPr>
          <p:spPr>
            <a:xfrm flipH="1">
              <a:off x="1041055" y="4482000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riangle 6">
              <a:extLst>
                <a:ext uri="{FF2B5EF4-FFF2-40B4-BE49-F238E27FC236}">
                  <a16:creationId xmlns:a16="http://schemas.microsoft.com/office/drawing/2014/main" id="{D9B8E0C4-2102-47AE-BE57-EC2B121E0B43}"/>
                </a:ext>
              </a:extLst>
            </p:cNvPr>
            <p:cNvSpPr/>
            <p:nvPr/>
          </p:nvSpPr>
          <p:spPr>
            <a:xfrm flipV="1">
              <a:off x="0" y="431725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riangle 7">
              <a:extLst>
                <a:ext uri="{FF2B5EF4-FFF2-40B4-BE49-F238E27FC236}">
                  <a16:creationId xmlns:a16="http://schemas.microsoft.com/office/drawing/2014/main" id="{DB723480-AC33-4E47-9DBB-6E520D5A9DD2}"/>
                </a:ext>
              </a:extLst>
            </p:cNvPr>
            <p:cNvSpPr/>
            <p:nvPr/>
          </p:nvSpPr>
          <p:spPr>
            <a:xfrm>
              <a:off x="0" y="883228"/>
              <a:ext cx="2880000" cy="1657514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8">
              <a:extLst>
                <a:ext uri="{FF2B5EF4-FFF2-40B4-BE49-F238E27FC236}">
                  <a16:creationId xmlns:a16="http://schemas.microsoft.com/office/drawing/2014/main" id="{70F8C60C-BAB6-44FA-BFCA-898A422811F1}"/>
                </a:ext>
              </a:extLst>
            </p:cNvPr>
            <p:cNvSpPr/>
            <p:nvPr/>
          </p:nvSpPr>
          <p:spPr>
            <a:xfrm flipH="1" flipV="1">
              <a:off x="1039091" y="-2"/>
              <a:ext cx="4140000" cy="2376000"/>
            </a:xfrm>
            <a:prstGeom prst="rtTriangle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Parallelogram 1">
              <a:extLst>
                <a:ext uri="{FF2B5EF4-FFF2-40B4-BE49-F238E27FC236}">
                  <a16:creationId xmlns:a16="http://schemas.microsoft.com/office/drawing/2014/main" id="{52CEE331-58F1-4717-8450-A17DDE622228}"/>
                </a:ext>
              </a:extLst>
            </p:cNvPr>
            <p:cNvSpPr/>
            <p:nvPr/>
          </p:nvSpPr>
          <p:spPr>
            <a:xfrm>
              <a:off x="7010944" y="1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7" name="Group 2">
              <a:extLst>
                <a:ext uri="{FF2B5EF4-FFF2-40B4-BE49-F238E27FC236}">
                  <a16:creationId xmlns:a16="http://schemas.microsoft.com/office/drawing/2014/main" id="{BCEE0933-23E6-4D9A-9B9D-A34B8E414BCD}"/>
                </a:ext>
              </a:extLst>
            </p:cNvPr>
            <p:cNvGrpSpPr/>
            <p:nvPr/>
          </p:nvGrpSpPr>
          <p:grpSpPr>
            <a:xfrm>
              <a:off x="8274627" y="4317258"/>
              <a:ext cx="3920654" cy="2260308"/>
              <a:chOff x="8274627" y="4317258"/>
              <a:chExt cx="3920654" cy="2260308"/>
            </a:xfrm>
          </p:grpSpPr>
          <p:sp>
            <p:nvSpPr>
              <p:cNvPr id="31" name="Parallelogram 2">
                <a:extLst>
                  <a:ext uri="{FF2B5EF4-FFF2-40B4-BE49-F238E27FC236}">
                    <a16:creationId xmlns:a16="http://schemas.microsoft.com/office/drawing/2014/main" id="{78B31B0F-A298-4F6F-AB19-B0ED8250053C}"/>
                  </a:ext>
                </a:extLst>
              </p:cNvPr>
              <p:cNvSpPr/>
              <p:nvPr/>
            </p:nvSpPr>
            <p:spPr>
              <a:xfrm flipH="1">
                <a:off x="8274627" y="4317258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Triangle 9">
                <a:extLst>
                  <a:ext uri="{FF2B5EF4-FFF2-40B4-BE49-F238E27FC236}">
                    <a16:creationId xmlns:a16="http://schemas.microsoft.com/office/drawing/2014/main" id="{18D5D1E6-0970-4733-BAA5-D3A684C7E56C}"/>
                  </a:ext>
                </a:extLst>
              </p:cNvPr>
              <p:cNvSpPr/>
              <p:nvPr/>
            </p:nvSpPr>
            <p:spPr>
              <a:xfrm flipH="1" flipV="1">
                <a:off x="11371795" y="6105518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" name="Parallelogram 3">
              <a:extLst>
                <a:ext uri="{FF2B5EF4-FFF2-40B4-BE49-F238E27FC236}">
                  <a16:creationId xmlns:a16="http://schemas.microsoft.com/office/drawing/2014/main" id="{4FD73669-283B-40DD-A961-17FEC864AEF4}"/>
                </a:ext>
              </a:extLst>
            </p:cNvPr>
            <p:cNvSpPr/>
            <p:nvPr/>
          </p:nvSpPr>
          <p:spPr>
            <a:xfrm>
              <a:off x="0" y="4321596"/>
              <a:ext cx="5181055" cy="2536404"/>
            </a:xfrm>
            <a:prstGeom prst="parallelogram">
              <a:avLst>
                <a:gd name="adj" fmla="val 172920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6" name="Group 4">
              <a:extLst>
                <a:ext uri="{FF2B5EF4-FFF2-40B4-BE49-F238E27FC236}">
                  <a16:creationId xmlns:a16="http://schemas.microsoft.com/office/drawing/2014/main" id="{440BA1D0-232E-49F3-B075-2EF77E093C83}"/>
                </a:ext>
              </a:extLst>
            </p:cNvPr>
            <p:cNvGrpSpPr/>
            <p:nvPr/>
          </p:nvGrpSpPr>
          <p:grpSpPr>
            <a:xfrm>
              <a:off x="-3281" y="278296"/>
              <a:ext cx="3920654" cy="2258109"/>
              <a:chOff x="-3281" y="278296"/>
              <a:chExt cx="3920654" cy="2258109"/>
            </a:xfrm>
          </p:grpSpPr>
          <p:sp>
            <p:nvSpPr>
              <p:cNvPr id="25" name="Parallelogram 4">
                <a:extLst>
                  <a:ext uri="{FF2B5EF4-FFF2-40B4-BE49-F238E27FC236}">
                    <a16:creationId xmlns:a16="http://schemas.microsoft.com/office/drawing/2014/main" id="{D4A84030-D242-4753-A7FB-51E13BFB2EE8}"/>
                  </a:ext>
                </a:extLst>
              </p:cNvPr>
              <p:cNvSpPr/>
              <p:nvPr/>
            </p:nvSpPr>
            <p:spPr>
              <a:xfrm flipH="1">
                <a:off x="-3281" y="748145"/>
                <a:ext cx="3920654" cy="1788260"/>
              </a:xfrm>
              <a:prstGeom prst="parallelogram">
                <a:avLst>
                  <a:gd name="adj" fmla="val 173568"/>
                </a:avLst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Triangle 10">
                <a:extLst>
                  <a:ext uri="{FF2B5EF4-FFF2-40B4-BE49-F238E27FC236}">
                    <a16:creationId xmlns:a16="http://schemas.microsoft.com/office/drawing/2014/main" id="{B2C25CA7-603D-4553-B092-EAD2E4306D1D}"/>
                  </a:ext>
                </a:extLst>
              </p:cNvPr>
              <p:cNvSpPr/>
              <p:nvPr/>
            </p:nvSpPr>
            <p:spPr>
              <a:xfrm>
                <a:off x="-3281" y="278296"/>
                <a:ext cx="820204" cy="472048"/>
              </a:xfrm>
              <a:prstGeom prst="rtTriangle">
                <a:avLst/>
              </a:prstGeom>
              <a:solidFill>
                <a:srgbClr val="FE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6" name="Freeform 1">
            <a:extLst>
              <a:ext uri="{FF2B5EF4-FFF2-40B4-BE49-F238E27FC236}">
                <a16:creationId xmlns:a16="http://schemas.microsoft.com/office/drawing/2014/main" id="{B798EABA-C779-4D4A-8C17-834A9F648A85}"/>
              </a:ext>
            </a:extLst>
          </p:cNvPr>
          <p:cNvSpPr/>
          <p:nvPr/>
        </p:nvSpPr>
        <p:spPr>
          <a:xfrm>
            <a:off x="8872357" y="54667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290209CF-0EE3-4C6B-8098-BBF3B3427983}"/>
              </a:ext>
            </a:extLst>
          </p:cNvPr>
          <p:cNvSpPr/>
          <p:nvPr/>
        </p:nvSpPr>
        <p:spPr>
          <a:xfrm>
            <a:off x="7332300" y="2530618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8E854B4A-9395-4A20-99BA-587FE49BB408}"/>
              </a:ext>
            </a:extLst>
          </p:cNvPr>
          <p:cNvSpPr/>
          <p:nvPr/>
        </p:nvSpPr>
        <p:spPr>
          <a:xfrm>
            <a:off x="10178213" y="2216936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Star 4">
            <a:extLst>
              <a:ext uri="{FF2B5EF4-FFF2-40B4-BE49-F238E27FC236}">
                <a16:creationId xmlns:a16="http://schemas.microsoft.com/office/drawing/2014/main" id="{4DD5A3EC-9F05-497E-A8E1-1AE99B6EE926}"/>
              </a:ext>
            </a:extLst>
          </p:cNvPr>
          <p:cNvSpPr/>
          <p:nvPr/>
        </p:nvSpPr>
        <p:spPr>
          <a:xfrm>
            <a:off x="9632049" y="3550668"/>
            <a:ext cx="579832" cy="579832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">
            <a:extLst>
              <a:ext uri="{FF2B5EF4-FFF2-40B4-BE49-F238E27FC236}">
                <a16:creationId xmlns:a16="http://schemas.microsoft.com/office/drawing/2014/main" id="{150B1891-73D5-4981-93C5-7FDC9B5463E8}"/>
              </a:ext>
            </a:extLst>
          </p:cNvPr>
          <p:cNvSpPr/>
          <p:nvPr/>
        </p:nvSpPr>
        <p:spPr>
          <a:xfrm>
            <a:off x="8872352" y="542193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Star 6">
            <a:extLst>
              <a:ext uri="{FF2B5EF4-FFF2-40B4-BE49-F238E27FC236}">
                <a16:creationId xmlns:a16="http://schemas.microsoft.com/office/drawing/2014/main" id="{E8ABE571-5E7B-40C2-95BE-5DB92A7EAFFA}"/>
              </a:ext>
            </a:extLst>
          </p:cNvPr>
          <p:cNvSpPr/>
          <p:nvPr/>
        </p:nvSpPr>
        <p:spPr>
          <a:xfrm>
            <a:off x="2317350" y="4414477"/>
            <a:ext cx="1456374" cy="1456374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Australia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澳大利亚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80939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3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1444499"/>
            <a:ext cx="6097642" cy="5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776360" y="-1"/>
            <a:ext cx="540000" cy="3428444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3504815" y="-1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4654361" y="441158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4654361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3504815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518887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-1640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-1640" y="441613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517905" y="-2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3503833" y="0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4135674" y="2158629"/>
            <a:ext cx="1960328" cy="1130154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-1640" y="2160798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139147"/>
            <a:ext cx="1960328" cy="1129055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Freeform 1">
            <a:extLst>
              <a:ext uri="{FF2B5EF4-FFF2-40B4-BE49-F238E27FC236}">
                <a16:creationId xmlns:a16="http://schemas.microsoft.com/office/drawing/2014/main" id="{B798EABA-C779-4D4A-8C17-834A9F648A85}"/>
              </a:ext>
            </a:extLst>
          </p:cNvPr>
          <p:cNvSpPr/>
          <p:nvPr/>
        </p:nvSpPr>
        <p:spPr>
          <a:xfrm>
            <a:off x="8872357" y="54667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Freeform 2">
            <a:extLst>
              <a:ext uri="{FF2B5EF4-FFF2-40B4-BE49-F238E27FC236}">
                <a16:creationId xmlns:a16="http://schemas.microsoft.com/office/drawing/2014/main" id="{290209CF-0EE3-4C6B-8098-BBF3B3427983}"/>
              </a:ext>
            </a:extLst>
          </p:cNvPr>
          <p:cNvSpPr/>
          <p:nvPr/>
        </p:nvSpPr>
        <p:spPr>
          <a:xfrm>
            <a:off x="7332300" y="2530618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0" name="Freeform 3">
            <a:extLst>
              <a:ext uri="{FF2B5EF4-FFF2-40B4-BE49-F238E27FC236}">
                <a16:creationId xmlns:a16="http://schemas.microsoft.com/office/drawing/2014/main" id="{8E854B4A-9395-4A20-99BA-587FE49BB408}"/>
              </a:ext>
            </a:extLst>
          </p:cNvPr>
          <p:cNvSpPr/>
          <p:nvPr/>
        </p:nvSpPr>
        <p:spPr>
          <a:xfrm>
            <a:off x="10178213" y="2216936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Star 4">
            <a:extLst>
              <a:ext uri="{FF2B5EF4-FFF2-40B4-BE49-F238E27FC236}">
                <a16:creationId xmlns:a16="http://schemas.microsoft.com/office/drawing/2014/main" id="{4DD5A3EC-9F05-497E-A8E1-1AE99B6EE926}"/>
              </a:ext>
            </a:extLst>
          </p:cNvPr>
          <p:cNvSpPr/>
          <p:nvPr/>
        </p:nvSpPr>
        <p:spPr>
          <a:xfrm>
            <a:off x="9632049" y="3550668"/>
            <a:ext cx="579832" cy="579832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 5">
            <a:extLst>
              <a:ext uri="{FF2B5EF4-FFF2-40B4-BE49-F238E27FC236}">
                <a16:creationId xmlns:a16="http://schemas.microsoft.com/office/drawing/2014/main" id="{150B1891-73D5-4981-93C5-7FDC9B5463E8}"/>
              </a:ext>
            </a:extLst>
          </p:cNvPr>
          <p:cNvSpPr/>
          <p:nvPr/>
        </p:nvSpPr>
        <p:spPr>
          <a:xfrm>
            <a:off x="8872352" y="5421939"/>
            <a:ext cx="897823" cy="897824"/>
          </a:xfrm>
          <a:custGeom>
            <a:avLst/>
            <a:gdLst>
              <a:gd name="connsiteX0" fmla="*/ 448912 w 897823"/>
              <a:gd name="connsiteY0" fmla="*/ 0 h 897824"/>
              <a:gd name="connsiteX1" fmla="*/ 549961 w 897823"/>
              <a:gd name="connsiteY1" fmla="*/ 257067 h 897824"/>
              <a:gd name="connsiteX2" fmla="*/ 808909 w 897823"/>
              <a:gd name="connsiteY2" fmla="*/ 177825 h 897824"/>
              <a:gd name="connsiteX3" fmla="*/ 675971 w 897823"/>
              <a:gd name="connsiteY3" fmla="*/ 419140 h 897824"/>
              <a:gd name="connsiteX4" fmla="*/ 897823 w 897823"/>
              <a:gd name="connsiteY4" fmla="*/ 577393 h 897824"/>
              <a:gd name="connsiteX5" fmla="*/ 630998 w 897823"/>
              <a:gd name="connsiteY5" fmla="*/ 621242 h 897824"/>
              <a:gd name="connsiteX6" fmla="*/ 648694 w 897823"/>
              <a:gd name="connsiteY6" fmla="*/ 897824 h 897824"/>
              <a:gd name="connsiteX7" fmla="*/ 448912 w 897823"/>
              <a:gd name="connsiteY7" fmla="*/ 711186 h 897824"/>
              <a:gd name="connsiteX8" fmla="*/ 249129 w 897823"/>
              <a:gd name="connsiteY8" fmla="*/ 897824 h 897824"/>
              <a:gd name="connsiteX9" fmla="*/ 266825 w 897823"/>
              <a:gd name="connsiteY9" fmla="*/ 621242 h 897824"/>
              <a:gd name="connsiteX10" fmla="*/ 0 w 897823"/>
              <a:gd name="connsiteY10" fmla="*/ 577393 h 897824"/>
              <a:gd name="connsiteX11" fmla="*/ 221852 w 897823"/>
              <a:gd name="connsiteY11" fmla="*/ 419140 h 897824"/>
              <a:gd name="connsiteX12" fmla="*/ 88914 w 897823"/>
              <a:gd name="connsiteY12" fmla="*/ 177825 h 897824"/>
              <a:gd name="connsiteX13" fmla="*/ 347862 w 897823"/>
              <a:gd name="connsiteY13" fmla="*/ 257067 h 897824"/>
              <a:gd name="connsiteX14" fmla="*/ 448912 w 897823"/>
              <a:gd name="connsiteY14" fmla="*/ 0 h 8978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897823" h="897824">
                <a:moveTo>
                  <a:pt x="448912" y="0"/>
                </a:moveTo>
                <a:lnTo>
                  <a:pt x="549961" y="257067"/>
                </a:lnTo>
                <a:lnTo>
                  <a:pt x="808909" y="177825"/>
                </a:lnTo>
                <a:lnTo>
                  <a:pt x="675971" y="419140"/>
                </a:lnTo>
                <a:lnTo>
                  <a:pt x="897823" y="577393"/>
                </a:lnTo>
                <a:lnTo>
                  <a:pt x="630998" y="621242"/>
                </a:lnTo>
                <a:lnTo>
                  <a:pt x="648694" y="897824"/>
                </a:lnTo>
                <a:lnTo>
                  <a:pt x="448912" y="711186"/>
                </a:lnTo>
                <a:lnTo>
                  <a:pt x="249129" y="897824"/>
                </a:lnTo>
                <a:lnTo>
                  <a:pt x="266825" y="621242"/>
                </a:lnTo>
                <a:lnTo>
                  <a:pt x="0" y="577393"/>
                </a:lnTo>
                <a:lnTo>
                  <a:pt x="221852" y="419140"/>
                </a:lnTo>
                <a:lnTo>
                  <a:pt x="88914" y="177825"/>
                </a:lnTo>
                <a:lnTo>
                  <a:pt x="347862" y="257067"/>
                </a:lnTo>
                <a:lnTo>
                  <a:pt x="448912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7" name="Star 6">
            <a:extLst>
              <a:ext uri="{FF2B5EF4-FFF2-40B4-BE49-F238E27FC236}">
                <a16:creationId xmlns:a16="http://schemas.microsoft.com/office/drawing/2014/main" id="{E8ABE571-5E7B-40C2-95BE-5DB92A7EAFFA}"/>
              </a:ext>
            </a:extLst>
          </p:cNvPr>
          <p:cNvSpPr/>
          <p:nvPr/>
        </p:nvSpPr>
        <p:spPr>
          <a:xfrm>
            <a:off x="2317350" y="4414477"/>
            <a:ext cx="1456374" cy="1456374"/>
          </a:xfrm>
          <a:prstGeom prst="star7">
            <a:avLst>
              <a:gd name="adj" fmla="val 25290"/>
              <a:gd name="hf" fmla="val 102572"/>
              <a:gd name="vf" fmla="val 10521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Australia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澳大利亚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420799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992">
            <a:extLst>
              <a:ext uri="{FF2B5EF4-FFF2-40B4-BE49-F238E27FC236}">
                <a16:creationId xmlns:a16="http://schemas.microsoft.com/office/drawing/2014/main" id="{5EC6BCFF-E4C4-40C9-A63B-0406629901EB}"/>
              </a:ext>
            </a:extLst>
          </p:cNvPr>
          <p:cNvGrpSpPr/>
          <p:nvPr/>
        </p:nvGrpSpPr>
        <p:grpSpPr>
          <a:xfrm>
            <a:off x="-3284" y="0"/>
            <a:ext cx="12195284" cy="6856887"/>
            <a:chOff x="-3284" y="0"/>
            <a:chExt cx="12195284" cy="6856887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5E920E7A-78B8-4874-B50A-D4FB4081C39D}"/>
                </a:ext>
              </a:extLst>
            </p:cNvPr>
            <p:cNvSpPr/>
            <p:nvPr/>
          </p:nvSpPr>
          <p:spPr>
            <a:xfrm>
              <a:off x="6094358" y="0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4">
              <a:extLst>
                <a:ext uri="{FF2B5EF4-FFF2-40B4-BE49-F238E27FC236}">
                  <a16:creationId xmlns:a16="http://schemas.microsoft.com/office/drawing/2014/main" id="{B819AD87-95AE-4A04-8139-869C1967F5FD}"/>
                </a:ext>
              </a:extLst>
            </p:cNvPr>
            <p:cNvSpPr/>
            <p:nvPr/>
          </p:nvSpPr>
          <p:spPr>
            <a:xfrm>
              <a:off x="6094358" y="3428443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5">
              <a:extLst>
                <a:ext uri="{FF2B5EF4-FFF2-40B4-BE49-F238E27FC236}">
                  <a16:creationId xmlns:a16="http://schemas.microsoft.com/office/drawing/2014/main" id="{7B7DF138-5A90-4845-9930-3E66DD531376}"/>
                </a:ext>
              </a:extLst>
            </p:cNvPr>
            <p:cNvSpPr/>
            <p:nvPr/>
          </p:nvSpPr>
          <p:spPr>
            <a:xfrm>
              <a:off x="-3284" y="3428442"/>
              <a:ext cx="6097642" cy="3428444"/>
            </a:xfrm>
            <a:prstGeom prst="rect">
              <a:avLst/>
            </a:prstGeom>
            <a:solidFill>
              <a:srgbClr val="0325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-3280" y="1444499"/>
            <a:ext cx="6097642" cy="5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776360" y="-1"/>
            <a:ext cx="540000" cy="3428444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riangle 1">
            <a:extLst>
              <a:ext uri="{FF2B5EF4-FFF2-40B4-BE49-F238E27FC236}">
                <a16:creationId xmlns:a16="http://schemas.microsoft.com/office/drawing/2014/main" id="{F97B4B77-B783-45B1-9805-B26C17D9E3B5}"/>
              </a:ext>
            </a:extLst>
          </p:cNvPr>
          <p:cNvSpPr/>
          <p:nvPr/>
        </p:nvSpPr>
        <p:spPr>
          <a:xfrm flipV="1">
            <a:off x="3504815" y="-1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632EA5ED-89F6-4A16-81B1-3C292BA0EB84}"/>
              </a:ext>
            </a:extLst>
          </p:cNvPr>
          <p:cNvSpPr/>
          <p:nvPr/>
        </p:nvSpPr>
        <p:spPr>
          <a:xfrm flipH="1">
            <a:off x="4654361" y="441158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riangle 3">
            <a:extLst>
              <a:ext uri="{FF2B5EF4-FFF2-40B4-BE49-F238E27FC236}">
                <a16:creationId xmlns:a16="http://schemas.microsoft.com/office/drawing/2014/main" id="{F2DF7EF9-B3D5-447D-B471-F388A85F46AB}"/>
              </a:ext>
            </a:extLst>
          </p:cNvPr>
          <p:cNvSpPr/>
          <p:nvPr/>
        </p:nvSpPr>
        <p:spPr>
          <a:xfrm flipH="1" flipV="1">
            <a:off x="4654361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riangle 4">
            <a:extLst>
              <a:ext uri="{FF2B5EF4-FFF2-40B4-BE49-F238E27FC236}">
                <a16:creationId xmlns:a16="http://schemas.microsoft.com/office/drawing/2014/main" id="{D1EB520C-C68E-4249-ACCC-BE66281F9E19}"/>
              </a:ext>
            </a:extLst>
          </p:cNvPr>
          <p:cNvSpPr/>
          <p:nvPr/>
        </p:nvSpPr>
        <p:spPr>
          <a:xfrm>
            <a:off x="3504815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riangle 5">
            <a:extLst>
              <a:ext uri="{FF2B5EF4-FFF2-40B4-BE49-F238E27FC236}">
                <a16:creationId xmlns:a16="http://schemas.microsoft.com/office/drawing/2014/main" id="{6B34958E-6581-4164-B99F-E0C83E2EA50A}"/>
              </a:ext>
            </a:extLst>
          </p:cNvPr>
          <p:cNvSpPr/>
          <p:nvPr/>
        </p:nvSpPr>
        <p:spPr>
          <a:xfrm flipH="1">
            <a:off x="518887" y="2241000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6">
            <a:extLst>
              <a:ext uri="{FF2B5EF4-FFF2-40B4-BE49-F238E27FC236}">
                <a16:creationId xmlns:a16="http://schemas.microsoft.com/office/drawing/2014/main" id="{D9B8E0C4-2102-47AE-BE57-EC2B121E0B43}"/>
              </a:ext>
            </a:extLst>
          </p:cNvPr>
          <p:cNvSpPr/>
          <p:nvPr/>
        </p:nvSpPr>
        <p:spPr>
          <a:xfrm flipV="1">
            <a:off x="-1640" y="2158629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7">
            <a:extLst>
              <a:ext uri="{FF2B5EF4-FFF2-40B4-BE49-F238E27FC236}">
                <a16:creationId xmlns:a16="http://schemas.microsoft.com/office/drawing/2014/main" id="{DB723480-AC33-4E47-9DBB-6E520D5A9DD2}"/>
              </a:ext>
            </a:extLst>
          </p:cNvPr>
          <p:cNvSpPr/>
          <p:nvPr/>
        </p:nvSpPr>
        <p:spPr>
          <a:xfrm>
            <a:off x="-1640" y="441613"/>
            <a:ext cx="1440000" cy="828757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riangle 8">
            <a:extLst>
              <a:ext uri="{FF2B5EF4-FFF2-40B4-BE49-F238E27FC236}">
                <a16:creationId xmlns:a16="http://schemas.microsoft.com/office/drawing/2014/main" id="{70F8C60C-BAB6-44FA-BFCA-898A422811F1}"/>
              </a:ext>
            </a:extLst>
          </p:cNvPr>
          <p:cNvSpPr/>
          <p:nvPr/>
        </p:nvSpPr>
        <p:spPr>
          <a:xfrm flipH="1" flipV="1">
            <a:off x="517905" y="-2"/>
            <a:ext cx="2070001" cy="1188000"/>
          </a:xfrm>
          <a:prstGeom prst="rtTriangle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rallelogram 1">
            <a:extLst>
              <a:ext uri="{FF2B5EF4-FFF2-40B4-BE49-F238E27FC236}">
                <a16:creationId xmlns:a16="http://schemas.microsoft.com/office/drawing/2014/main" id="{52CEE331-58F1-4717-8450-A17DDE622228}"/>
              </a:ext>
            </a:extLst>
          </p:cNvPr>
          <p:cNvSpPr/>
          <p:nvPr/>
        </p:nvSpPr>
        <p:spPr>
          <a:xfrm>
            <a:off x="3503833" y="0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2">
            <a:extLst>
              <a:ext uri="{FF2B5EF4-FFF2-40B4-BE49-F238E27FC236}">
                <a16:creationId xmlns:a16="http://schemas.microsoft.com/office/drawing/2014/main" id="{BCEE0933-23E6-4D9A-9B9D-A34B8E414BCD}"/>
              </a:ext>
            </a:extLst>
          </p:cNvPr>
          <p:cNvGrpSpPr/>
          <p:nvPr/>
        </p:nvGrpSpPr>
        <p:grpSpPr>
          <a:xfrm>
            <a:off x="4135674" y="2158629"/>
            <a:ext cx="1960328" cy="1130154"/>
            <a:chOff x="8274627" y="4317258"/>
            <a:chExt cx="3920654" cy="2260308"/>
          </a:xfrm>
        </p:grpSpPr>
        <p:sp>
          <p:nvSpPr>
            <p:cNvPr id="31" name="Parallelogram 2">
              <a:extLst>
                <a:ext uri="{FF2B5EF4-FFF2-40B4-BE49-F238E27FC236}">
                  <a16:creationId xmlns:a16="http://schemas.microsoft.com/office/drawing/2014/main" id="{78B31B0F-A298-4F6F-AB19-B0ED8250053C}"/>
                </a:ext>
              </a:extLst>
            </p:cNvPr>
            <p:cNvSpPr/>
            <p:nvPr/>
          </p:nvSpPr>
          <p:spPr>
            <a:xfrm flipH="1">
              <a:off x="8274627" y="4317258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riangle 9">
              <a:extLst>
                <a:ext uri="{FF2B5EF4-FFF2-40B4-BE49-F238E27FC236}">
                  <a16:creationId xmlns:a16="http://schemas.microsoft.com/office/drawing/2014/main" id="{18D5D1E6-0970-4733-BAA5-D3A684C7E56C}"/>
                </a:ext>
              </a:extLst>
            </p:cNvPr>
            <p:cNvSpPr/>
            <p:nvPr/>
          </p:nvSpPr>
          <p:spPr>
            <a:xfrm flipH="1" flipV="1">
              <a:off x="11371795" y="6105518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Parallelogram 3">
            <a:extLst>
              <a:ext uri="{FF2B5EF4-FFF2-40B4-BE49-F238E27FC236}">
                <a16:creationId xmlns:a16="http://schemas.microsoft.com/office/drawing/2014/main" id="{4FD73669-283B-40DD-A961-17FEC864AEF4}"/>
              </a:ext>
            </a:extLst>
          </p:cNvPr>
          <p:cNvSpPr/>
          <p:nvPr/>
        </p:nvSpPr>
        <p:spPr>
          <a:xfrm>
            <a:off x="-1640" y="2160798"/>
            <a:ext cx="2590528" cy="1268202"/>
          </a:xfrm>
          <a:prstGeom prst="parallelogram">
            <a:avLst>
              <a:gd name="adj" fmla="val 172920"/>
            </a:avLst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6" name="Group 4">
            <a:extLst>
              <a:ext uri="{FF2B5EF4-FFF2-40B4-BE49-F238E27FC236}">
                <a16:creationId xmlns:a16="http://schemas.microsoft.com/office/drawing/2014/main" id="{440BA1D0-232E-49F3-B075-2EF77E093C83}"/>
              </a:ext>
            </a:extLst>
          </p:cNvPr>
          <p:cNvGrpSpPr/>
          <p:nvPr/>
        </p:nvGrpSpPr>
        <p:grpSpPr>
          <a:xfrm>
            <a:off x="-3281" y="139147"/>
            <a:ext cx="1960328" cy="1129055"/>
            <a:chOff x="-3281" y="278296"/>
            <a:chExt cx="3920654" cy="2258109"/>
          </a:xfrm>
        </p:grpSpPr>
        <p:sp>
          <p:nvSpPr>
            <p:cNvPr id="25" name="Parallelogram 4">
              <a:extLst>
                <a:ext uri="{FF2B5EF4-FFF2-40B4-BE49-F238E27FC236}">
                  <a16:creationId xmlns:a16="http://schemas.microsoft.com/office/drawing/2014/main" id="{D4A84030-D242-4753-A7FB-51E13BFB2EE8}"/>
                </a:ext>
              </a:extLst>
            </p:cNvPr>
            <p:cNvSpPr/>
            <p:nvPr/>
          </p:nvSpPr>
          <p:spPr>
            <a:xfrm flipH="1">
              <a:off x="-3281" y="748145"/>
              <a:ext cx="3920654" cy="1788260"/>
            </a:xfrm>
            <a:prstGeom prst="parallelogram">
              <a:avLst>
                <a:gd name="adj" fmla="val 173568"/>
              </a:avLst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Triangle 10">
              <a:extLst>
                <a:ext uri="{FF2B5EF4-FFF2-40B4-BE49-F238E27FC236}">
                  <a16:creationId xmlns:a16="http://schemas.microsoft.com/office/drawing/2014/main" id="{B2C25CA7-603D-4553-B092-EAD2E4306D1D}"/>
                </a:ext>
              </a:extLst>
            </p:cNvPr>
            <p:cNvSpPr/>
            <p:nvPr/>
          </p:nvSpPr>
          <p:spPr>
            <a:xfrm>
              <a:off x="-3281" y="278296"/>
              <a:ext cx="820204" cy="472048"/>
            </a:xfrm>
            <a:prstGeom prst="rtTriangle">
              <a:avLst/>
            </a:prstGeom>
            <a:solidFill>
              <a:srgbClr val="FE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Freeform 1">
            <a:extLst>
              <a:ext uri="{FF2B5EF4-FFF2-40B4-BE49-F238E27FC236}">
                <a16:creationId xmlns:a16="http://schemas.microsoft.com/office/drawing/2014/main" id="{BA4D6556-27BA-4CF2-8D4E-9F135835F716}"/>
              </a:ext>
            </a:extLst>
          </p:cNvPr>
          <p:cNvSpPr/>
          <p:nvPr/>
        </p:nvSpPr>
        <p:spPr>
          <a:xfrm>
            <a:off x="8727091" y="634101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4" name="Freeform 2">
            <a:extLst>
              <a:ext uri="{FF2B5EF4-FFF2-40B4-BE49-F238E27FC236}">
                <a16:creationId xmlns:a16="http://schemas.microsoft.com/office/drawing/2014/main" id="{B86D6A2B-64E4-4C1B-A425-F9337A9FE17E}"/>
              </a:ext>
            </a:extLst>
          </p:cNvPr>
          <p:cNvSpPr/>
          <p:nvPr/>
        </p:nvSpPr>
        <p:spPr>
          <a:xfrm>
            <a:off x="7177073" y="2454883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 3">
            <a:extLst>
              <a:ext uri="{FF2B5EF4-FFF2-40B4-BE49-F238E27FC236}">
                <a16:creationId xmlns:a16="http://schemas.microsoft.com/office/drawing/2014/main" id="{2598A890-EB45-4727-BE05-F496F3E9359E}"/>
              </a:ext>
            </a:extLst>
          </p:cNvPr>
          <p:cNvSpPr/>
          <p:nvPr/>
        </p:nvSpPr>
        <p:spPr>
          <a:xfrm>
            <a:off x="10011723" y="2141510"/>
            <a:ext cx="1195752" cy="119575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2" name="Freeform 5">
            <a:extLst>
              <a:ext uri="{FF2B5EF4-FFF2-40B4-BE49-F238E27FC236}">
                <a16:creationId xmlns:a16="http://schemas.microsoft.com/office/drawing/2014/main" id="{F43C971C-7C4C-4D92-ABBC-C3D7513F13F7}"/>
              </a:ext>
            </a:extLst>
          </p:cNvPr>
          <p:cNvSpPr/>
          <p:nvPr/>
        </p:nvSpPr>
        <p:spPr>
          <a:xfrm>
            <a:off x="8638211" y="4715377"/>
            <a:ext cx="1373512" cy="1373511"/>
          </a:xfrm>
          <a:custGeom>
            <a:avLst/>
            <a:gdLst>
              <a:gd name="connsiteX0" fmla="*/ 597876 w 1195752"/>
              <a:gd name="connsiteY0" fmla="*/ 0 h 1195751"/>
              <a:gd name="connsiteX1" fmla="*/ 739013 w 1195752"/>
              <a:gd name="connsiteY1" fmla="*/ 456739 h 1195751"/>
              <a:gd name="connsiteX2" fmla="*/ 1195752 w 1195752"/>
              <a:gd name="connsiteY2" fmla="*/ 456736 h 1195751"/>
              <a:gd name="connsiteX3" fmla="*/ 826241 w 1195752"/>
              <a:gd name="connsiteY3" fmla="*/ 739014 h 1195751"/>
              <a:gd name="connsiteX4" fmla="*/ 967384 w 1195752"/>
              <a:gd name="connsiteY4" fmla="*/ 1195751 h 1195751"/>
              <a:gd name="connsiteX5" fmla="*/ 597876 w 1195752"/>
              <a:gd name="connsiteY5" fmla="*/ 913468 h 1195751"/>
              <a:gd name="connsiteX6" fmla="*/ 228368 w 1195752"/>
              <a:gd name="connsiteY6" fmla="*/ 1195751 h 1195751"/>
              <a:gd name="connsiteX7" fmla="*/ 369511 w 1195752"/>
              <a:gd name="connsiteY7" fmla="*/ 739014 h 1195751"/>
              <a:gd name="connsiteX8" fmla="*/ 0 w 1195752"/>
              <a:gd name="connsiteY8" fmla="*/ 456736 h 1195751"/>
              <a:gd name="connsiteX9" fmla="*/ 456739 w 1195752"/>
              <a:gd name="connsiteY9" fmla="*/ 456739 h 1195751"/>
              <a:gd name="connsiteX10" fmla="*/ 597876 w 1195752"/>
              <a:gd name="connsiteY10" fmla="*/ 0 h 119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95752" h="1195751">
                <a:moveTo>
                  <a:pt x="597876" y="0"/>
                </a:moveTo>
                <a:lnTo>
                  <a:pt x="739013" y="456739"/>
                </a:lnTo>
                <a:lnTo>
                  <a:pt x="1195752" y="456736"/>
                </a:lnTo>
                <a:lnTo>
                  <a:pt x="826241" y="739014"/>
                </a:lnTo>
                <a:lnTo>
                  <a:pt x="967384" y="1195751"/>
                </a:lnTo>
                <a:lnTo>
                  <a:pt x="597876" y="913468"/>
                </a:lnTo>
                <a:lnTo>
                  <a:pt x="228368" y="1195751"/>
                </a:lnTo>
                <a:lnTo>
                  <a:pt x="369511" y="739014"/>
                </a:lnTo>
                <a:lnTo>
                  <a:pt x="0" y="456736"/>
                </a:lnTo>
                <a:lnTo>
                  <a:pt x="456739" y="456739"/>
                </a:lnTo>
                <a:lnTo>
                  <a:pt x="597876" y="0"/>
                </a:lnTo>
                <a:close/>
              </a:path>
            </a:pathLst>
          </a:custGeom>
          <a:solidFill>
            <a:srgbClr val="FE0000"/>
          </a:solidFill>
          <a:ln w="254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New Zealand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新西兰（纽西兰）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1720505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81E0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3576000" y="2709000"/>
            <a:ext cx="50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5376000" y="909000"/>
            <a:ext cx="1440000" cy="50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Switzerland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瑞士联邦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2276651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10D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Denmark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丹麦王国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6900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2709000"/>
            <a:ext cx="12192000" cy="1440000"/>
          </a:xfrm>
          <a:prstGeom prst="rect">
            <a:avLst/>
          </a:prstGeom>
          <a:solidFill>
            <a:srgbClr val="0334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2930510" y="-2"/>
            <a:ext cx="1440000" cy="6856887"/>
          </a:xfrm>
          <a:prstGeom prst="rect">
            <a:avLst/>
          </a:prstGeom>
          <a:solidFill>
            <a:srgbClr val="0334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5A09D4-3B3D-4129-BFF8-4C794E12CC75}"/>
              </a:ext>
            </a:extLst>
          </p:cNvPr>
          <p:cNvSpPr/>
          <p:nvPr/>
        </p:nvSpPr>
        <p:spPr>
          <a:xfrm>
            <a:off x="0" y="-4"/>
            <a:ext cx="1428414" cy="1336435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473B9E-F9C7-4E86-89C9-2FEC4BE64282}"/>
              </a:ext>
            </a:extLst>
          </p:cNvPr>
          <p:cNvSpPr/>
          <p:nvPr/>
        </p:nvSpPr>
        <p:spPr>
          <a:xfrm>
            <a:off x="0" y="5521569"/>
            <a:ext cx="1427218" cy="1335316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B1AAE1-B427-4CBC-B1D7-8EBA3861F4E8}"/>
              </a:ext>
            </a:extLst>
          </p:cNvPr>
          <p:cNvSpPr/>
          <p:nvPr/>
        </p:nvSpPr>
        <p:spPr>
          <a:xfrm>
            <a:off x="8271802" y="0"/>
            <a:ext cx="3920197" cy="1334997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3656E1B-88E9-4595-BC9C-366C15D56B51}"/>
              </a:ext>
            </a:extLst>
          </p:cNvPr>
          <p:cNvSpPr/>
          <p:nvPr/>
        </p:nvSpPr>
        <p:spPr>
          <a:xfrm>
            <a:off x="8270870" y="5521569"/>
            <a:ext cx="3921129" cy="1335315"/>
          </a:xfrm>
          <a:prstGeom prst="rect">
            <a:avLst/>
          </a:prstGeom>
          <a:solidFill>
            <a:srgbClr val="F02C3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Finland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芬兰共和国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297512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C80679-EF4D-42DC-A90D-F61272349B5C}"/>
              </a:ext>
            </a:extLst>
          </p:cNvPr>
          <p:cNvSpPr/>
          <p:nvPr/>
        </p:nvSpPr>
        <p:spPr>
          <a:xfrm>
            <a:off x="0" y="-4"/>
            <a:ext cx="2856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F0E1C3-EFE9-4FA5-B706-9959C34BA794}"/>
              </a:ext>
            </a:extLst>
          </p:cNvPr>
          <p:cNvSpPr/>
          <p:nvPr/>
        </p:nvSpPr>
        <p:spPr>
          <a:xfrm>
            <a:off x="0" y="4184020"/>
            <a:ext cx="2856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A2002-231F-4FE7-9EE3-133E0F65A762}"/>
              </a:ext>
            </a:extLst>
          </p:cNvPr>
          <p:cNvSpPr/>
          <p:nvPr/>
        </p:nvSpPr>
        <p:spPr>
          <a:xfrm>
            <a:off x="4343178" y="0"/>
            <a:ext cx="7848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CF7CAE3-ED93-4CEB-958F-D6DA37A9759C}"/>
              </a:ext>
            </a:extLst>
          </p:cNvPr>
          <p:cNvSpPr/>
          <p:nvPr/>
        </p:nvSpPr>
        <p:spPr>
          <a:xfrm>
            <a:off x="4343178" y="4184019"/>
            <a:ext cx="7848822" cy="2672865"/>
          </a:xfrm>
          <a:prstGeom prst="rect">
            <a:avLst/>
          </a:prstGeom>
          <a:solidFill>
            <a:srgbClr val="F02C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Kingdom of Norway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挪威王国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533870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069000"/>
            <a:ext cx="12192000" cy="720000"/>
          </a:xfrm>
          <a:prstGeom prst="rect">
            <a:avLst/>
          </a:prstGeom>
          <a:solidFill>
            <a:srgbClr val="D727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930D4D3-977F-49EA-A977-DE168AC16244}"/>
              </a:ext>
            </a:extLst>
          </p:cNvPr>
          <p:cNvSpPr/>
          <p:nvPr/>
        </p:nvSpPr>
        <p:spPr>
          <a:xfrm>
            <a:off x="3240000" y="-2"/>
            <a:ext cx="720000" cy="6856887"/>
          </a:xfrm>
          <a:prstGeom prst="rect">
            <a:avLst/>
          </a:prstGeom>
          <a:solidFill>
            <a:srgbClr val="D727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C80679-EF4D-42DC-A90D-F61272349B5C}"/>
              </a:ext>
            </a:extLst>
          </p:cNvPr>
          <p:cNvSpPr/>
          <p:nvPr/>
        </p:nvSpPr>
        <p:spPr>
          <a:xfrm>
            <a:off x="0" y="-4"/>
            <a:ext cx="2856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F0E1C3-EFE9-4FA5-B706-9959C34BA794}"/>
              </a:ext>
            </a:extLst>
          </p:cNvPr>
          <p:cNvSpPr/>
          <p:nvPr/>
        </p:nvSpPr>
        <p:spPr>
          <a:xfrm>
            <a:off x="0" y="4184020"/>
            <a:ext cx="2856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0A2002-231F-4FE7-9EE3-133E0F65A762}"/>
              </a:ext>
            </a:extLst>
          </p:cNvPr>
          <p:cNvSpPr/>
          <p:nvPr/>
        </p:nvSpPr>
        <p:spPr>
          <a:xfrm>
            <a:off x="4343178" y="0"/>
            <a:ext cx="7848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6CF7CAE3-ED93-4CEB-958F-D6DA37A9759C}"/>
              </a:ext>
            </a:extLst>
          </p:cNvPr>
          <p:cNvSpPr/>
          <p:nvPr/>
        </p:nvSpPr>
        <p:spPr>
          <a:xfrm>
            <a:off x="4343178" y="4184019"/>
            <a:ext cx="7848822" cy="2672865"/>
          </a:xfrm>
          <a:prstGeom prst="rect">
            <a:avLst/>
          </a:prstGeom>
          <a:solidFill>
            <a:srgbClr val="0038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Iceland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冰岛共和国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3696571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Indonesia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印度尼西亚共和国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1694328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427886"/>
            <a:ext cx="12192000" cy="3429000"/>
          </a:xfrm>
          <a:prstGeom prst="rect">
            <a:avLst/>
          </a:prstGeom>
          <a:solidFill>
            <a:srgbClr val="DD153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A935FCE7-3F90-4673-A608-9175AEB3E590}"/>
              </a:ext>
            </a:extLst>
          </p:cNvPr>
          <p:cNvSpPr/>
          <p:nvPr/>
        </p:nvSpPr>
        <p:spPr>
          <a:xfrm rot="5400000">
            <a:off x="-6057221" y="908443"/>
            <a:ext cx="6856888" cy="5040000"/>
          </a:xfrm>
          <a:prstGeom prst="triangle">
            <a:avLst/>
          </a:prstGeom>
          <a:solidFill>
            <a:srgbClr val="12468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Poland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波兰共和国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4281843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3427886"/>
            <a:ext cx="12192000" cy="3429000"/>
          </a:xfrm>
          <a:prstGeom prst="rect">
            <a:avLst/>
          </a:prstGeom>
          <a:solidFill>
            <a:srgbClr val="D714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4B1F2C2B-5EB9-416F-A5D5-6B053DB5442D}"/>
              </a:ext>
            </a:extLst>
          </p:cNvPr>
          <p:cNvSpPr/>
          <p:nvPr/>
        </p:nvSpPr>
        <p:spPr>
          <a:xfrm rot="5400000">
            <a:off x="-908444" y="908443"/>
            <a:ext cx="6856888" cy="5040000"/>
          </a:xfrm>
          <a:prstGeom prst="triangle">
            <a:avLst/>
          </a:prstGeom>
          <a:solidFill>
            <a:srgbClr val="12468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Czech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捷克共和国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704620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DD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rgbClr val="3B76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1">
            <a:extLst>
              <a:ext uri="{FF2B5EF4-FFF2-40B4-BE49-F238E27FC236}">
                <a16:creationId xmlns:a16="http://schemas.microsoft.com/office/drawing/2014/main" id="{B6232B5F-E659-40E4-A091-5328127AB271}"/>
              </a:ext>
            </a:extLst>
          </p:cNvPr>
          <p:cNvSpPr/>
          <p:nvPr/>
        </p:nvSpPr>
        <p:spPr>
          <a:xfrm rot="5400000">
            <a:off x="11406398" y="908443"/>
            <a:ext cx="6856888" cy="5040000"/>
          </a:xfrm>
          <a:prstGeom prst="triangle">
            <a:avLst/>
          </a:prstGeom>
          <a:solidFill>
            <a:srgbClr val="12468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Ukraine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乌克兰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7720509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CE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277000"/>
            <a:ext cx="12192000" cy="2304000"/>
          </a:xfrm>
          <a:prstGeom prst="rect">
            <a:avLst/>
          </a:prstGeom>
          <a:solidFill>
            <a:srgbClr val="DC02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Federal Republic of Germany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德意志联邦共和国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919727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277000"/>
            <a:ext cx="12192000" cy="2304000"/>
          </a:xfrm>
          <a:prstGeom prst="rect">
            <a:avLst/>
          </a:prstGeom>
          <a:solidFill>
            <a:srgbClr val="0000F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Russian Federation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俄罗斯联邦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637093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2146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AE1B2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Netherlands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荷兰王国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9851522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D222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008D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D7FF2DA8-CE60-4DFA-8D03-EB27B29C767F}"/>
              </a:ext>
            </a:extLst>
          </p:cNvPr>
          <p:cNvSpPr/>
          <p:nvPr/>
        </p:nvSpPr>
        <p:spPr>
          <a:xfrm>
            <a:off x="6006000" y="3339000"/>
            <a:ext cx="180000" cy="180000"/>
          </a:xfrm>
          <a:prstGeom prst="ellipse">
            <a:avLst/>
          </a:prstGeom>
          <a:solidFill>
            <a:srgbClr val="FCD01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Hungary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匈牙利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121368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FCD01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Arab Republic of Egypt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阿拉伯埃及共和国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4217027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FF99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158A0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0702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India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印度共和国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471142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75A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75ABD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5286000" y="2619000"/>
            <a:ext cx="1620000" cy="1620000"/>
          </a:xfrm>
          <a:prstGeom prst="ellipse">
            <a:avLst/>
          </a:prstGeom>
          <a:solidFill>
            <a:srgbClr val="F7BF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Simplified">
            <a:extLst>
              <a:ext uri="{FF2B5EF4-FFF2-40B4-BE49-F238E27FC236}">
                <a16:creationId xmlns:a16="http://schemas.microsoft.com/office/drawing/2014/main" id="{32026A61-D976-4A61-9261-5F595BBDB588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Argentina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阿根廷共和国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811310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0"/>
            <a:ext cx="12192000" cy="2304000"/>
          </a:xfrm>
          <a:prstGeom prst="rect">
            <a:avLst/>
          </a:prstGeom>
          <a:solidFill>
            <a:srgbClr val="D81E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4554000"/>
            <a:ext cx="12192000" cy="2304000"/>
          </a:xfrm>
          <a:prstGeom prst="rect">
            <a:avLst/>
          </a:prstGeom>
          <a:solidFill>
            <a:srgbClr val="D81E0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999">
            <a:extLst>
              <a:ext uri="{FF2B5EF4-FFF2-40B4-BE49-F238E27FC236}">
                <a16:creationId xmlns:a16="http://schemas.microsoft.com/office/drawing/2014/main" id="{5465E71E-F34B-4C4D-A641-2E76DCCA48A4}"/>
              </a:ext>
            </a:extLst>
          </p:cNvPr>
          <p:cNvSpPr/>
          <p:nvPr/>
        </p:nvSpPr>
        <p:spPr>
          <a:xfrm>
            <a:off x="6006000" y="3339000"/>
            <a:ext cx="180000" cy="180000"/>
          </a:xfrm>
          <a:prstGeom prst="ellipse">
            <a:avLst/>
          </a:prstGeom>
          <a:solidFill>
            <a:srgbClr val="FCD01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Austria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奥地利共和国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0372061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0" y="2349000"/>
            <a:ext cx="12192000" cy="2160000"/>
          </a:xfrm>
          <a:prstGeom prst="rect">
            <a:avLst/>
          </a:prstGeom>
          <a:solidFill>
            <a:srgbClr val="0325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EA2A196-5899-4ACB-8FD4-69AC4813684E}"/>
              </a:ext>
            </a:extLst>
          </p:cNvPr>
          <p:cNvSpPr/>
          <p:nvPr/>
        </p:nvSpPr>
        <p:spPr>
          <a:xfrm>
            <a:off x="0" y="5778000"/>
            <a:ext cx="12192000" cy="1080000"/>
          </a:xfrm>
          <a:prstGeom prst="rect">
            <a:avLst/>
          </a:prstGeom>
          <a:solidFill>
            <a:srgbClr val="DE11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>
            <a:off x="0" y="0"/>
            <a:ext cx="12192000" cy="1080000"/>
          </a:xfrm>
          <a:prstGeom prst="rect">
            <a:avLst/>
          </a:prstGeom>
          <a:solidFill>
            <a:srgbClr val="DE11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Thailand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泰国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0477213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31E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EF41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French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法兰西共和国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094499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192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D02C3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Italy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意大利共和国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0978547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19C6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FE83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Ireland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爱尔兰共和国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2760996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448721" y="1449279"/>
            <a:ext cx="6857443" cy="3960000"/>
          </a:xfrm>
          <a:prstGeom prst="rect">
            <a:avLst/>
          </a:prstGeom>
          <a:solidFill>
            <a:srgbClr val="0086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6783556" y="1449000"/>
            <a:ext cx="6856888" cy="3960000"/>
          </a:xfrm>
          <a:prstGeom prst="rect">
            <a:avLst/>
          </a:prstGeom>
          <a:solidFill>
            <a:srgbClr val="00865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E6032AAB-4679-4A7D-ABB0-D53E91EF8242}"/>
              </a:ext>
            </a:extLst>
          </p:cNvPr>
          <p:cNvSpPr/>
          <p:nvPr/>
        </p:nvSpPr>
        <p:spPr>
          <a:xfrm>
            <a:off x="6006000" y="36000000"/>
            <a:ext cx="180000" cy="1800000"/>
          </a:xfrm>
          <a:prstGeom prst="rect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5FEEDC82-4013-4FDD-AA23-1CE7B670EAD4}"/>
              </a:ext>
            </a:extLst>
          </p:cNvPr>
          <p:cNvSpPr/>
          <p:nvPr/>
        </p:nvSpPr>
        <p:spPr>
          <a:xfrm>
            <a:off x="4656000" y="18000000"/>
            <a:ext cx="2880000" cy="144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2">
            <a:extLst>
              <a:ext uri="{FF2B5EF4-FFF2-40B4-BE49-F238E27FC236}">
                <a16:creationId xmlns:a16="http://schemas.microsoft.com/office/drawing/2014/main" id="{54AA219E-A724-43DA-BB9F-C4B5B2E2D785}"/>
              </a:ext>
            </a:extLst>
          </p:cNvPr>
          <p:cNvSpPr/>
          <p:nvPr/>
        </p:nvSpPr>
        <p:spPr>
          <a:xfrm rot="19800000">
            <a:off x="7602000" y="7260610"/>
            <a:ext cx="1260000" cy="162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3">
            <a:extLst>
              <a:ext uri="{FF2B5EF4-FFF2-40B4-BE49-F238E27FC236}">
                <a16:creationId xmlns:a16="http://schemas.microsoft.com/office/drawing/2014/main" id="{382D59C2-8818-4EDE-9E49-13A7E79A82A5}"/>
              </a:ext>
            </a:extLst>
          </p:cNvPr>
          <p:cNvSpPr/>
          <p:nvPr/>
        </p:nvSpPr>
        <p:spPr>
          <a:xfrm rot="1800000">
            <a:off x="3329999" y="7260609"/>
            <a:ext cx="1260000" cy="162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4">
            <a:extLst>
              <a:ext uri="{FF2B5EF4-FFF2-40B4-BE49-F238E27FC236}">
                <a16:creationId xmlns:a16="http://schemas.microsoft.com/office/drawing/2014/main" id="{04F2DC57-EA31-42DD-9E59-228468144103}"/>
              </a:ext>
            </a:extLst>
          </p:cNvPr>
          <p:cNvSpPr/>
          <p:nvPr/>
        </p:nvSpPr>
        <p:spPr>
          <a:xfrm>
            <a:off x="5376000" y="7200000"/>
            <a:ext cx="1440000" cy="1800000"/>
          </a:xfrm>
          <a:prstGeom prst="triangle">
            <a:avLst/>
          </a:prstGeom>
          <a:solidFill>
            <a:srgbClr val="FE0000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Federal Republic of Nigeria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尼日利亚联邦共和国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766708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 rot="5400000">
            <a:off x="-1808721" y="1809279"/>
            <a:ext cx="6857443" cy="32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5400000">
            <a:off x="7143556" y="1809000"/>
            <a:ext cx="6856888" cy="324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87FFD39C-BEF6-43CA-91A8-A66606C8F9FC}"/>
              </a:ext>
            </a:extLst>
          </p:cNvPr>
          <p:cNvSpPr/>
          <p:nvPr/>
        </p:nvSpPr>
        <p:spPr>
          <a:xfrm>
            <a:off x="6006000" y="3547784"/>
            <a:ext cx="180000" cy="1800000"/>
          </a:xfrm>
          <a:prstGeom prst="rect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riangle 1">
            <a:extLst>
              <a:ext uri="{FF2B5EF4-FFF2-40B4-BE49-F238E27FC236}">
                <a16:creationId xmlns:a16="http://schemas.microsoft.com/office/drawing/2014/main" id="{7C4B943E-2EAB-4BFE-ABC3-8FD03C524CB4}"/>
              </a:ext>
            </a:extLst>
          </p:cNvPr>
          <p:cNvSpPr/>
          <p:nvPr/>
        </p:nvSpPr>
        <p:spPr>
          <a:xfrm>
            <a:off x="4656000" y="2526119"/>
            <a:ext cx="2880000" cy="144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riangle 2">
            <a:extLst>
              <a:ext uri="{FF2B5EF4-FFF2-40B4-BE49-F238E27FC236}">
                <a16:creationId xmlns:a16="http://schemas.microsoft.com/office/drawing/2014/main" id="{6E1D06ED-B4F9-4042-A55A-B226F1B494C1}"/>
              </a:ext>
            </a:extLst>
          </p:cNvPr>
          <p:cNvSpPr/>
          <p:nvPr/>
        </p:nvSpPr>
        <p:spPr>
          <a:xfrm rot="-1800000">
            <a:off x="4515404" y="2139637"/>
            <a:ext cx="1260000" cy="162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3">
            <a:extLst>
              <a:ext uri="{FF2B5EF4-FFF2-40B4-BE49-F238E27FC236}">
                <a16:creationId xmlns:a16="http://schemas.microsoft.com/office/drawing/2014/main" id="{AFA61B06-235C-4062-ABF7-DFB2C2F018B2}"/>
              </a:ext>
            </a:extLst>
          </p:cNvPr>
          <p:cNvSpPr/>
          <p:nvPr/>
        </p:nvSpPr>
        <p:spPr>
          <a:xfrm rot="1800000">
            <a:off x="6416596" y="2139638"/>
            <a:ext cx="1260000" cy="162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4">
            <a:extLst>
              <a:ext uri="{FF2B5EF4-FFF2-40B4-BE49-F238E27FC236}">
                <a16:creationId xmlns:a16="http://schemas.microsoft.com/office/drawing/2014/main" id="{82418292-D3BB-438D-BED0-639CC0735A00}"/>
              </a:ext>
            </a:extLst>
          </p:cNvPr>
          <p:cNvSpPr/>
          <p:nvPr/>
        </p:nvSpPr>
        <p:spPr>
          <a:xfrm>
            <a:off x="5376000" y="1552901"/>
            <a:ext cx="1440000" cy="1800000"/>
          </a:xfrm>
          <a:prstGeom prst="triangle">
            <a:avLst/>
          </a:prstGeom>
          <a:solidFill>
            <a:srgbClr val="FE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Simplified">
            <a:extLst>
              <a:ext uri="{FF2B5EF4-FFF2-40B4-BE49-F238E27FC236}">
                <a16:creationId xmlns:a16="http://schemas.microsoft.com/office/drawing/2014/main" id="{E1CA0255-54AC-432C-8494-1D073A8BCA8D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Canada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加拿大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404628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9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3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4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4" grpId="0" animBg="1"/>
      <p:bldP spid="8" grpId="0" animBg="1"/>
      <p:bldP spid="1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018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03BEC1D-2CE8-4363-BF81-CEA0D5C4CFB4}"/>
              </a:ext>
            </a:extLst>
          </p:cNvPr>
          <p:cNvSpPr/>
          <p:nvPr/>
        </p:nvSpPr>
        <p:spPr>
          <a:xfrm rot="16200000">
            <a:off x="-2" y="1439998"/>
            <a:ext cx="3600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3599997" y="746998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3599997" y="2123720"/>
            <a:ext cx="85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993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-3" y="358185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994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879869"/>
            <a:ext cx="12192002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995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0" y="6174000"/>
            <a:ext cx="12192000" cy="68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996">
            <a:extLst>
              <a:ext uri="{FF2B5EF4-FFF2-40B4-BE49-F238E27FC236}">
                <a16:creationId xmlns:a16="http://schemas.microsoft.com/office/drawing/2014/main" id="{2E23B451-08BD-4DBB-9729-BFBFDCF25646}"/>
              </a:ext>
            </a:extLst>
          </p:cNvPr>
          <p:cNvSpPr/>
          <p:nvPr/>
        </p:nvSpPr>
        <p:spPr>
          <a:xfrm>
            <a:off x="12313920" y="0"/>
            <a:ext cx="6096003" cy="50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997">
            <a:extLst>
              <a:ext uri="{FF2B5EF4-FFF2-40B4-BE49-F238E27FC236}">
                <a16:creationId xmlns:a16="http://schemas.microsoft.com/office/drawing/2014/main" id="{09F2223C-C4B9-4CCD-ADC4-F695A17C39E4}"/>
              </a:ext>
            </a:extLst>
          </p:cNvPr>
          <p:cNvSpPr/>
          <p:nvPr/>
        </p:nvSpPr>
        <p:spPr>
          <a:xfrm>
            <a:off x="12313924" y="2973516"/>
            <a:ext cx="6096000" cy="50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Greece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希腊共和国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7708437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24" grpId="0" animBg="1"/>
      <p:bldP spid="2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3" y="-1"/>
            <a:ext cx="6095997" cy="3942234"/>
          </a:xfrm>
          <a:prstGeom prst="rect">
            <a:avLst/>
          </a:prstGeom>
          <a:solidFill>
            <a:srgbClr val="0236A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6095996" y="0"/>
            <a:ext cx="6096003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6095998" y="1031493"/>
            <a:ext cx="6096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993">
            <a:extLst>
              <a:ext uri="{FF2B5EF4-FFF2-40B4-BE49-F238E27FC236}">
                <a16:creationId xmlns:a16="http://schemas.microsoft.com/office/drawing/2014/main" id="{A78419E4-29C1-48FB-ACC0-8D2BCD8B69E0}"/>
              </a:ext>
            </a:extLst>
          </p:cNvPr>
          <p:cNvSpPr/>
          <p:nvPr/>
        </p:nvSpPr>
        <p:spPr>
          <a:xfrm>
            <a:off x="6095998" y="1995637"/>
            <a:ext cx="6096001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994">
            <a:extLst>
              <a:ext uri="{FF2B5EF4-FFF2-40B4-BE49-F238E27FC236}">
                <a16:creationId xmlns:a16="http://schemas.microsoft.com/office/drawing/2014/main" id="{B89D6126-0536-44C7-9AA3-0125469292ED}"/>
              </a:ext>
            </a:extLst>
          </p:cNvPr>
          <p:cNvSpPr/>
          <p:nvPr/>
        </p:nvSpPr>
        <p:spPr>
          <a:xfrm>
            <a:off x="6096000" y="2973516"/>
            <a:ext cx="6096000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995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0" y="3942233"/>
            <a:ext cx="12192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996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0" y="4914002"/>
            <a:ext cx="12192002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997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-3" y="5885771"/>
            <a:ext cx="12192000" cy="504000"/>
          </a:xfrm>
          <a:prstGeom prst="rect">
            <a:avLst/>
          </a:prstGeom>
          <a:solidFill>
            <a:srgbClr val="DD24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 1">
            <a:extLst>
              <a:ext uri="{FF2B5EF4-FFF2-40B4-BE49-F238E27FC236}">
                <a16:creationId xmlns:a16="http://schemas.microsoft.com/office/drawing/2014/main" id="{605D50D1-6D54-4B82-B9B7-119FD86BE79D}"/>
              </a:ext>
            </a:extLst>
          </p:cNvPr>
          <p:cNvSpPr/>
          <p:nvPr/>
        </p:nvSpPr>
        <p:spPr>
          <a:xfrm>
            <a:off x="2700000" y="979379"/>
            <a:ext cx="1980000" cy="1980000"/>
          </a:xfrm>
          <a:custGeom>
            <a:avLst/>
            <a:gdLst>
              <a:gd name="connsiteX0" fmla="*/ 990000 w 1980000"/>
              <a:gd name="connsiteY0" fmla="*/ 0 h 1980000"/>
              <a:gd name="connsiteX1" fmla="*/ 1091150 w 1980000"/>
              <a:gd name="connsiteY1" fmla="*/ 612504 h 1980000"/>
              <a:gd name="connsiteX2" fmla="*/ 1485000 w 1980000"/>
              <a:gd name="connsiteY2" fmla="*/ 132635 h 1980000"/>
              <a:gd name="connsiteX3" fmla="*/ 1266346 w 1980000"/>
              <a:gd name="connsiteY3" fmla="*/ 713654 h 1980000"/>
              <a:gd name="connsiteX4" fmla="*/ 1847365 w 1980000"/>
              <a:gd name="connsiteY4" fmla="*/ 495000 h 1980000"/>
              <a:gd name="connsiteX5" fmla="*/ 1367496 w 1980000"/>
              <a:gd name="connsiteY5" fmla="*/ 888850 h 1980000"/>
              <a:gd name="connsiteX6" fmla="*/ 1980000 w 1980000"/>
              <a:gd name="connsiteY6" fmla="*/ 990000 h 1980000"/>
              <a:gd name="connsiteX7" fmla="*/ 1367496 w 1980000"/>
              <a:gd name="connsiteY7" fmla="*/ 1091150 h 1980000"/>
              <a:gd name="connsiteX8" fmla="*/ 1847365 w 1980000"/>
              <a:gd name="connsiteY8" fmla="*/ 1485000 h 1980000"/>
              <a:gd name="connsiteX9" fmla="*/ 1266346 w 1980000"/>
              <a:gd name="connsiteY9" fmla="*/ 1266346 h 1980000"/>
              <a:gd name="connsiteX10" fmla="*/ 1485000 w 1980000"/>
              <a:gd name="connsiteY10" fmla="*/ 1847365 h 1980000"/>
              <a:gd name="connsiteX11" fmla="*/ 1091150 w 1980000"/>
              <a:gd name="connsiteY11" fmla="*/ 1367496 h 1980000"/>
              <a:gd name="connsiteX12" fmla="*/ 990000 w 1980000"/>
              <a:gd name="connsiteY12" fmla="*/ 1980000 h 1980000"/>
              <a:gd name="connsiteX13" fmla="*/ 888850 w 1980000"/>
              <a:gd name="connsiteY13" fmla="*/ 1367496 h 1980000"/>
              <a:gd name="connsiteX14" fmla="*/ 495000 w 1980000"/>
              <a:gd name="connsiteY14" fmla="*/ 1847365 h 1980000"/>
              <a:gd name="connsiteX15" fmla="*/ 713654 w 1980000"/>
              <a:gd name="connsiteY15" fmla="*/ 1266346 h 1980000"/>
              <a:gd name="connsiteX16" fmla="*/ 132635 w 1980000"/>
              <a:gd name="connsiteY16" fmla="*/ 1485000 h 1980000"/>
              <a:gd name="connsiteX17" fmla="*/ 612504 w 1980000"/>
              <a:gd name="connsiteY17" fmla="*/ 1091150 h 1980000"/>
              <a:gd name="connsiteX18" fmla="*/ 0 w 1980000"/>
              <a:gd name="connsiteY18" fmla="*/ 990000 h 1980000"/>
              <a:gd name="connsiteX19" fmla="*/ 612504 w 1980000"/>
              <a:gd name="connsiteY19" fmla="*/ 888850 h 1980000"/>
              <a:gd name="connsiteX20" fmla="*/ 132635 w 1980000"/>
              <a:gd name="connsiteY20" fmla="*/ 495000 h 1980000"/>
              <a:gd name="connsiteX21" fmla="*/ 713654 w 1980000"/>
              <a:gd name="connsiteY21" fmla="*/ 713654 h 1980000"/>
              <a:gd name="connsiteX22" fmla="*/ 495000 w 1980000"/>
              <a:gd name="connsiteY22" fmla="*/ 132635 h 1980000"/>
              <a:gd name="connsiteX23" fmla="*/ 888850 w 1980000"/>
              <a:gd name="connsiteY23" fmla="*/ 612504 h 1980000"/>
              <a:gd name="connsiteX24" fmla="*/ 990000 w 1980000"/>
              <a:gd name="connsiteY24" fmla="*/ 0 h 19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1980000" h="1980000">
                <a:moveTo>
                  <a:pt x="990000" y="0"/>
                </a:moveTo>
                <a:lnTo>
                  <a:pt x="1091150" y="612504"/>
                </a:lnTo>
                <a:lnTo>
                  <a:pt x="1485000" y="132635"/>
                </a:lnTo>
                <a:lnTo>
                  <a:pt x="1266346" y="713654"/>
                </a:lnTo>
                <a:lnTo>
                  <a:pt x="1847365" y="495000"/>
                </a:lnTo>
                <a:lnTo>
                  <a:pt x="1367496" y="888850"/>
                </a:lnTo>
                <a:lnTo>
                  <a:pt x="1980000" y="990000"/>
                </a:lnTo>
                <a:lnTo>
                  <a:pt x="1367496" y="1091150"/>
                </a:lnTo>
                <a:lnTo>
                  <a:pt x="1847365" y="1485000"/>
                </a:lnTo>
                <a:lnTo>
                  <a:pt x="1266346" y="1266346"/>
                </a:lnTo>
                <a:lnTo>
                  <a:pt x="1485000" y="1847365"/>
                </a:lnTo>
                <a:lnTo>
                  <a:pt x="1091150" y="1367496"/>
                </a:lnTo>
                <a:lnTo>
                  <a:pt x="990000" y="1980000"/>
                </a:lnTo>
                <a:lnTo>
                  <a:pt x="888850" y="1367496"/>
                </a:lnTo>
                <a:lnTo>
                  <a:pt x="495000" y="1847365"/>
                </a:lnTo>
                <a:lnTo>
                  <a:pt x="713654" y="1266346"/>
                </a:lnTo>
                <a:lnTo>
                  <a:pt x="132635" y="1485000"/>
                </a:lnTo>
                <a:lnTo>
                  <a:pt x="612504" y="1091150"/>
                </a:lnTo>
                <a:lnTo>
                  <a:pt x="0" y="990000"/>
                </a:lnTo>
                <a:lnTo>
                  <a:pt x="612504" y="888850"/>
                </a:lnTo>
                <a:lnTo>
                  <a:pt x="132635" y="495000"/>
                </a:lnTo>
                <a:lnTo>
                  <a:pt x="713654" y="713654"/>
                </a:lnTo>
                <a:lnTo>
                  <a:pt x="495000" y="132635"/>
                </a:lnTo>
                <a:lnTo>
                  <a:pt x="888850" y="612504"/>
                </a:lnTo>
                <a:lnTo>
                  <a:pt x="990000" y="0"/>
                </a:lnTo>
                <a:close/>
              </a:path>
            </a:pathLst>
          </a:custGeom>
          <a:solidFill>
            <a:srgbClr val="F5D4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Moon 1">
            <a:extLst>
              <a:ext uri="{FF2B5EF4-FFF2-40B4-BE49-F238E27FC236}">
                <a16:creationId xmlns:a16="http://schemas.microsoft.com/office/drawing/2014/main" id="{522868D7-F2D8-4FAD-A013-C3D9EDF738EC}"/>
              </a:ext>
            </a:extLst>
          </p:cNvPr>
          <p:cNvSpPr/>
          <p:nvPr/>
        </p:nvSpPr>
        <p:spPr>
          <a:xfrm>
            <a:off x="1620000" y="733159"/>
            <a:ext cx="1237957" cy="2475914"/>
          </a:xfrm>
          <a:prstGeom prst="moon">
            <a:avLst>
              <a:gd name="adj" fmla="val 28409"/>
            </a:avLst>
          </a:prstGeom>
          <a:solidFill>
            <a:srgbClr val="F5D4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Simplified">
            <a:extLst>
              <a:ext uri="{FF2B5EF4-FFF2-40B4-BE49-F238E27FC236}">
                <a16:creationId xmlns:a16="http://schemas.microsoft.com/office/drawing/2014/main" id="{CFA47C9A-D52F-4EEB-81C1-9380D82139C3}"/>
              </a:ext>
            </a:extLst>
          </p:cNvPr>
          <p:cNvSpPr txBox="1"/>
          <p:nvPr/>
        </p:nvSpPr>
        <p:spPr>
          <a:xfrm>
            <a:off x="0" y="0"/>
            <a:ext cx="216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altLang="zh-CN" sz="32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rial Rounded MT Bold" panose="020F070403050403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!</a:t>
            </a: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 Simplified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Malaysia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马来西亚联邦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743593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3" y="-1"/>
            <a:ext cx="5040000" cy="3646535"/>
          </a:xfrm>
          <a:prstGeom prst="rect">
            <a:avLst/>
          </a:prstGeom>
          <a:solidFill>
            <a:srgbClr val="042A6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tar 999">
            <a:extLst>
              <a:ext uri="{FF2B5EF4-FFF2-40B4-BE49-F238E27FC236}">
                <a16:creationId xmlns:a16="http://schemas.microsoft.com/office/drawing/2014/main" id="{57B125DF-929E-4119-BB46-92D5D7BDEF61}"/>
              </a:ext>
            </a:extLst>
          </p:cNvPr>
          <p:cNvSpPr/>
          <p:nvPr/>
        </p:nvSpPr>
        <p:spPr>
          <a:xfrm>
            <a:off x="203840" y="15993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tar 999">
            <a:extLst>
              <a:ext uri="{FF2B5EF4-FFF2-40B4-BE49-F238E27FC236}">
                <a16:creationId xmlns:a16="http://schemas.microsoft.com/office/drawing/2014/main" id="{16ABB009-51E7-4555-B1CF-F25A7451D879}"/>
              </a:ext>
            </a:extLst>
          </p:cNvPr>
          <p:cNvSpPr/>
          <p:nvPr/>
        </p:nvSpPr>
        <p:spPr>
          <a:xfrm>
            <a:off x="203840" y="299913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tar 999">
            <a:extLst>
              <a:ext uri="{FF2B5EF4-FFF2-40B4-BE49-F238E27FC236}">
                <a16:creationId xmlns:a16="http://schemas.microsoft.com/office/drawing/2014/main" id="{0AD0266B-B030-4EAC-B2E7-7458E2871FEE}"/>
              </a:ext>
            </a:extLst>
          </p:cNvPr>
          <p:cNvSpPr/>
          <p:nvPr/>
        </p:nvSpPr>
        <p:spPr>
          <a:xfrm>
            <a:off x="203840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tar 999">
            <a:extLst>
              <a:ext uri="{FF2B5EF4-FFF2-40B4-BE49-F238E27FC236}">
                <a16:creationId xmlns:a16="http://schemas.microsoft.com/office/drawing/2014/main" id="{A977C914-5F84-4881-B052-A8EDD63D9B4B}"/>
              </a:ext>
            </a:extLst>
          </p:cNvPr>
          <p:cNvSpPr/>
          <p:nvPr/>
        </p:nvSpPr>
        <p:spPr>
          <a:xfrm>
            <a:off x="203840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Star 999">
            <a:extLst>
              <a:ext uri="{FF2B5EF4-FFF2-40B4-BE49-F238E27FC236}">
                <a16:creationId xmlns:a16="http://schemas.microsoft.com/office/drawing/2014/main" id="{CAF558DA-9325-486C-95F5-A928431A2CC1}"/>
              </a:ext>
            </a:extLst>
          </p:cNvPr>
          <p:cNvSpPr/>
          <p:nvPr/>
        </p:nvSpPr>
        <p:spPr>
          <a:xfrm>
            <a:off x="1044002" y="20427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Star 999">
            <a:extLst>
              <a:ext uri="{FF2B5EF4-FFF2-40B4-BE49-F238E27FC236}">
                <a16:creationId xmlns:a16="http://schemas.microsoft.com/office/drawing/2014/main" id="{CA584882-4C61-4EA3-9C58-32AE852E014F}"/>
              </a:ext>
            </a:extLst>
          </p:cNvPr>
          <p:cNvSpPr/>
          <p:nvPr/>
        </p:nvSpPr>
        <p:spPr>
          <a:xfrm>
            <a:off x="1884164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Star 999">
            <a:extLst>
              <a:ext uri="{FF2B5EF4-FFF2-40B4-BE49-F238E27FC236}">
                <a16:creationId xmlns:a16="http://schemas.microsoft.com/office/drawing/2014/main" id="{E03CF4CE-6429-421A-8D5F-876C8F612A27}"/>
              </a:ext>
            </a:extLst>
          </p:cNvPr>
          <p:cNvSpPr/>
          <p:nvPr/>
        </p:nvSpPr>
        <p:spPr>
          <a:xfrm>
            <a:off x="2724326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Star 999">
            <a:extLst>
              <a:ext uri="{FF2B5EF4-FFF2-40B4-BE49-F238E27FC236}">
                <a16:creationId xmlns:a16="http://schemas.microsoft.com/office/drawing/2014/main" id="{B5714F23-5F7D-4F5B-A81E-552560370DD3}"/>
              </a:ext>
            </a:extLst>
          </p:cNvPr>
          <p:cNvSpPr/>
          <p:nvPr/>
        </p:nvSpPr>
        <p:spPr>
          <a:xfrm>
            <a:off x="4404649" y="18355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Star 999">
            <a:extLst>
              <a:ext uri="{FF2B5EF4-FFF2-40B4-BE49-F238E27FC236}">
                <a16:creationId xmlns:a16="http://schemas.microsoft.com/office/drawing/2014/main" id="{1C549F4B-2BD8-4BF4-A659-6435A7ECDD7D}"/>
              </a:ext>
            </a:extLst>
          </p:cNvPr>
          <p:cNvSpPr/>
          <p:nvPr/>
        </p:nvSpPr>
        <p:spPr>
          <a:xfrm>
            <a:off x="3564488" y="199497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Star 999">
            <a:extLst>
              <a:ext uri="{FF2B5EF4-FFF2-40B4-BE49-F238E27FC236}">
                <a16:creationId xmlns:a16="http://schemas.microsoft.com/office/drawing/2014/main" id="{CE0B7CB1-4372-47C5-B6C4-9D51824DE71C}"/>
              </a:ext>
            </a:extLst>
          </p:cNvPr>
          <p:cNvSpPr/>
          <p:nvPr/>
        </p:nvSpPr>
        <p:spPr>
          <a:xfrm>
            <a:off x="1044002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Star 999">
            <a:extLst>
              <a:ext uri="{FF2B5EF4-FFF2-40B4-BE49-F238E27FC236}">
                <a16:creationId xmlns:a16="http://schemas.microsoft.com/office/drawing/2014/main" id="{D8624AE7-3ED8-43C3-A20C-03B6BF2CD8D3}"/>
              </a:ext>
            </a:extLst>
          </p:cNvPr>
          <p:cNvSpPr/>
          <p:nvPr/>
        </p:nvSpPr>
        <p:spPr>
          <a:xfrm>
            <a:off x="1884164" y="8994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Star 999">
            <a:extLst>
              <a:ext uri="{FF2B5EF4-FFF2-40B4-BE49-F238E27FC236}">
                <a16:creationId xmlns:a16="http://schemas.microsoft.com/office/drawing/2014/main" id="{66DEF6B1-01D1-40DF-AD8D-9CA0D205B328}"/>
              </a:ext>
            </a:extLst>
          </p:cNvPr>
          <p:cNvSpPr/>
          <p:nvPr/>
        </p:nvSpPr>
        <p:spPr>
          <a:xfrm>
            <a:off x="2724326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Star 999">
            <a:extLst>
              <a:ext uri="{FF2B5EF4-FFF2-40B4-BE49-F238E27FC236}">
                <a16:creationId xmlns:a16="http://schemas.microsoft.com/office/drawing/2014/main" id="{F4C493E6-E217-4C5A-8BF6-04780506BCF6}"/>
              </a:ext>
            </a:extLst>
          </p:cNvPr>
          <p:cNvSpPr/>
          <p:nvPr/>
        </p:nvSpPr>
        <p:spPr>
          <a:xfrm>
            <a:off x="3564488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Star 999">
            <a:extLst>
              <a:ext uri="{FF2B5EF4-FFF2-40B4-BE49-F238E27FC236}">
                <a16:creationId xmlns:a16="http://schemas.microsoft.com/office/drawing/2014/main" id="{7442E38E-B0EE-477A-9961-9107632EF7D8}"/>
              </a:ext>
            </a:extLst>
          </p:cNvPr>
          <p:cNvSpPr/>
          <p:nvPr/>
        </p:nvSpPr>
        <p:spPr>
          <a:xfrm>
            <a:off x="4404001" y="8966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1044002" y="159510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Star 999">
            <a:extLst>
              <a:ext uri="{FF2B5EF4-FFF2-40B4-BE49-F238E27FC236}">
                <a16:creationId xmlns:a16="http://schemas.microsoft.com/office/drawing/2014/main" id="{2AFE7E0C-6EEB-4AC9-A9F0-F5E09755388C}"/>
              </a:ext>
            </a:extLst>
          </p:cNvPr>
          <p:cNvSpPr/>
          <p:nvPr/>
        </p:nvSpPr>
        <p:spPr>
          <a:xfrm>
            <a:off x="1884164" y="15956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Star 999">
            <a:extLst>
              <a:ext uri="{FF2B5EF4-FFF2-40B4-BE49-F238E27FC236}">
                <a16:creationId xmlns:a16="http://schemas.microsoft.com/office/drawing/2014/main" id="{43220384-D73C-46D9-B233-19293E4E80E9}"/>
              </a:ext>
            </a:extLst>
          </p:cNvPr>
          <p:cNvSpPr/>
          <p:nvPr/>
        </p:nvSpPr>
        <p:spPr>
          <a:xfrm>
            <a:off x="2724326" y="159076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Star 999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>
            <a:off x="3564488" y="15993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Star 999">
            <a:extLst>
              <a:ext uri="{FF2B5EF4-FFF2-40B4-BE49-F238E27FC236}">
                <a16:creationId xmlns:a16="http://schemas.microsoft.com/office/drawing/2014/main" id="{8F1CDBA9-0E5F-4BD8-BDD3-4D9223626B99}"/>
              </a:ext>
            </a:extLst>
          </p:cNvPr>
          <p:cNvSpPr/>
          <p:nvPr/>
        </p:nvSpPr>
        <p:spPr>
          <a:xfrm>
            <a:off x="4405044" y="159076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Star 999">
            <a:extLst>
              <a:ext uri="{FF2B5EF4-FFF2-40B4-BE49-F238E27FC236}">
                <a16:creationId xmlns:a16="http://schemas.microsoft.com/office/drawing/2014/main" id="{936A0A1D-5CF4-4DB5-AAF0-88DE9D7AE3D8}"/>
              </a:ext>
            </a:extLst>
          </p:cNvPr>
          <p:cNvSpPr/>
          <p:nvPr/>
        </p:nvSpPr>
        <p:spPr>
          <a:xfrm>
            <a:off x="1044002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Star 999">
            <a:extLst>
              <a:ext uri="{FF2B5EF4-FFF2-40B4-BE49-F238E27FC236}">
                <a16:creationId xmlns:a16="http://schemas.microsoft.com/office/drawing/2014/main" id="{2FB7E285-EAEC-4A55-BB19-AC23A6CE162F}"/>
              </a:ext>
            </a:extLst>
          </p:cNvPr>
          <p:cNvSpPr/>
          <p:nvPr/>
        </p:nvSpPr>
        <p:spPr>
          <a:xfrm>
            <a:off x="1888618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Star 999">
            <a:extLst>
              <a:ext uri="{FF2B5EF4-FFF2-40B4-BE49-F238E27FC236}">
                <a16:creationId xmlns:a16="http://schemas.microsoft.com/office/drawing/2014/main" id="{32CF7864-694B-475B-9604-6630F786598D}"/>
              </a:ext>
            </a:extLst>
          </p:cNvPr>
          <p:cNvSpPr/>
          <p:nvPr/>
        </p:nvSpPr>
        <p:spPr>
          <a:xfrm>
            <a:off x="2724326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Star 999">
            <a:extLst>
              <a:ext uri="{FF2B5EF4-FFF2-40B4-BE49-F238E27FC236}">
                <a16:creationId xmlns:a16="http://schemas.microsoft.com/office/drawing/2014/main" id="{96691CE0-A8D0-473A-BEB7-98B5B4F61DB0}"/>
              </a:ext>
            </a:extLst>
          </p:cNvPr>
          <p:cNvSpPr/>
          <p:nvPr/>
        </p:nvSpPr>
        <p:spPr>
          <a:xfrm>
            <a:off x="3564488" y="2299224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Star 999">
            <a:extLst>
              <a:ext uri="{FF2B5EF4-FFF2-40B4-BE49-F238E27FC236}">
                <a16:creationId xmlns:a16="http://schemas.microsoft.com/office/drawing/2014/main" id="{6D87378B-AEC1-427A-A7D1-588F219CCFE5}"/>
              </a:ext>
            </a:extLst>
          </p:cNvPr>
          <p:cNvSpPr/>
          <p:nvPr/>
        </p:nvSpPr>
        <p:spPr>
          <a:xfrm>
            <a:off x="4404001" y="2296816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Star 999">
            <a:extLst>
              <a:ext uri="{FF2B5EF4-FFF2-40B4-BE49-F238E27FC236}">
                <a16:creationId xmlns:a16="http://schemas.microsoft.com/office/drawing/2014/main" id="{7B7B59AD-08BD-4A58-B9F9-4CA1AE5D11E3}"/>
              </a:ext>
            </a:extLst>
          </p:cNvPr>
          <p:cNvSpPr/>
          <p:nvPr/>
        </p:nvSpPr>
        <p:spPr>
          <a:xfrm>
            <a:off x="1044002" y="300306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Star 999">
            <a:extLst>
              <a:ext uri="{FF2B5EF4-FFF2-40B4-BE49-F238E27FC236}">
                <a16:creationId xmlns:a16="http://schemas.microsoft.com/office/drawing/2014/main" id="{819F5DFB-3F83-46A5-BAE2-80C7D569AB40}"/>
              </a:ext>
            </a:extLst>
          </p:cNvPr>
          <p:cNvSpPr/>
          <p:nvPr/>
        </p:nvSpPr>
        <p:spPr>
          <a:xfrm>
            <a:off x="1884164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Star 999">
            <a:extLst>
              <a:ext uri="{FF2B5EF4-FFF2-40B4-BE49-F238E27FC236}">
                <a16:creationId xmlns:a16="http://schemas.microsoft.com/office/drawing/2014/main" id="{DDBD3DC9-F01A-4DAB-807D-A854FF2C2E99}"/>
              </a:ext>
            </a:extLst>
          </p:cNvPr>
          <p:cNvSpPr/>
          <p:nvPr/>
        </p:nvSpPr>
        <p:spPr>
          <a:xfrm>
            <a:off x="2718378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Star 999">
            <a:extLst>
              <a:ext uri="{FF2B5EF4-FFF2-40B4-BE49-F238E27FC236}">
                <a16:creationId xmlns:a16="http://schemas.microsoft.com/office/drawing/2014/main" id="{CCC5DCC1-48AA-4B04-9E92-8D013A3A8F24}"/>
              </a:ext>
            </a:extLst>
          </p:cNvPr>
          <p:cNvSpPr/>
          <p:nvPr/>
        </p:nvSpPr>
        <p:spPr>
          <a:xfrm>
            <a:off x="3559862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Star 999">
            <a:extLst>
              <a:ext uri="{FF2B5EF4-FFF2-40B4-BE49-F238E27FC236}">
                <a16:creationId xmlns:a16="http://schemas.microsoft.com/office/drawing/2014/main" id="{AF901256-2445-4567-B155-CD9B5B2B6C78}"/>
              </a:ext>
            </a:extLst>
          </p:cNvPr>
          <p:cNvSpPr/>
          <p:nvPr/>
        </p:nvSpPr>
        <p:spPr>
          <a:xfrm>
            <a:off x="4401346" y="299700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Star 999">
            <a:extLst>
              <a:ext uri="{FF2B5EF4-FFF2-40B4-BE49-F238E27FC236}">
                <a16:creationId xmlns:a16="http://schemas.microsoft.com/office/drawing/2014/main" id="{03E02DCD-63AC-44EA-949A-3B883F7E2B5B}"/>
              </a:ext>
            </a:extLst>
          </p:cNvPr>
          <p:cNvSpPr/>
          <p:nvPr/>
        </p:nvSpPr>
        <p:spPr>
          <a:xfrm>
            <a:off x="623676" y="55455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Star 999">
            <a:extLst>
              <a:ext uri="{FF2B5EF4-FFF2-40B4-BE49-F238E27FC236}">
                <a16:creationId xmlns:a16="http://schemas.microsoft.com/office/drawing/2014/main" id="{9673BD50-2EA4-4931-88B9-2F4EBF948F51}"/>
              </a:ext>
            </a:extLst>
          </p:cNvPr>
          <p:cNvSpPr/>
          <p:nvPr/>
        </p:nvSpPr>
        <p:spPr>
          <a:xfrm>
            <a:off x="623834" y="269807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Star 999">
            <a:extLst>
              <a:ext uri="{FF2B5EF4-FFF2-40B4-BE49-F238E27FC236}">
                <a16:creationId xmlns:a16="http://schemas.microsoft.com/office/drawing/2014/main" id="{B2E259F3-A54D-4B40-9A6B-96B38A59D841}"/>
              </a:ext>
            </a:extLst>
          </p:cNvPr>
          <p:cNvSpPr/>
          <p:nvPr/>
        </p:nvSpPr>
        <p:spPr>
          <a:xfrm>
            <a:off x="623597" y="126906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Star 999">
            <a:extLst>
              <a:ext uri="{FF2B5EF4-FFF2-40B4-BE49-F238E27FC236}">
                <a16:creationId xmlns:a16="http://schemas.microsoft.com/office/drawing/2014/main" id="{1D5DF637-AE1F-4882-8D8B-83FD4E1A7746}"/>
              </a:ext>
            </a:extLst>
          </p:cNvPr>
          <p:cNvSpPr/>
          <p:nvPr/>
        </p:nvSpPr>
        <p:spPr>
          <a:xfrm>
            <a:off x="623755" y="198356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Star 999">
            <a:extLst>
              <a:ext uri="{FF2B5EF4-FFF2-40B4-BE49-F238E27FC236}">
                <a16:creationId xmlns:a16="http://schemas.microsoft.com/office/drawing/2014/main" id="{A59880EC-BCA2-4560-B8F9-27DF42C891C8}"/>
              </a:ext>
            </a:extLst>
          </p:cNvPr>
          <p:cNvSpPr/>
          <p:nvPr/>
        </p:nvSpPr>
        <p:spPr>
          <a:xfrm>
            <a:off x="1477287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Star 999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>
            <a:off x="1477445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Star 999">
            <a:extLst>
              <a:ext uri="{FF2B5EF4-FFF2-40B4-BE49-F238E27FC236}">
                <a16:creationId xmlns:a16="http://schemas.microsoft.com/office/drawing/2014/main" id="{C0FBD76C-7339-4868-AA9D-A2F0003AC706}"/>
              </a:ext>
            </a:extLst>
          </p:cNvPr>
          <p:cNvSpPr/>
          <p:nvPr/>
        </p:nvSpPr>
        <p:spPr>
          <a:xfrm>
            <a:off x="1477208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Star 999">
            <a:extLst>
              <a:ext uri="{FF2B5EF4-FFF2-40B4-BE49-F238E27FC236}">
                <a16:creationId xmlns:a16="http://schemas.microsoft.com/office/drawing/2014/main" id="{3F881E1D-8A6D-47D8-A507-457558C9A128}"/>
              </a:ext>
            </a:extLst>
          </p:cNvPr>
          <p:cNvSpPr/>
          <p:nvPr/>
        </p:nvSpPr>
        <p:spPr>
          <a:xfrm>
            <a:off x="1477366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Star 999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>
            <a:off x="2317251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Star 999">
            <a:extLst>
              <a:ext uri="{FF2B5EF4-FFF2-40B4-BE49-F238E27FC236}">
                <a16:creationId xmlns:a16="http://schemas.microsoft.com/office/drawing/2014/main" id="{6E36A523-F264-4583-92E4-9BB18A7239EE}"/>
              </a:ext>
            </a:extLst>
          </p:cNvPr>
          <p:cNvSpPr/>
          <p:nvPr/>
        </p:nvSpPr>
        <p:spPr>
          <a:xfrm>
            <a:off x="2317409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Star 999">
            <a:extLst>
              <a:ext uri="{FF2B5EF4-FFF2-40B4-BE49-F238E27FC236}">
                <a16:creationId xmlns:a16="http://schemas.microsoft.com/office/drawing/2014/main" id="{19441E94-49A9-409F-BD5B-28891FFDFFC3}"/>
              </a:ext>
            </a:extLst>
          </p:cNvPr>
          <p:cNvSpPr/>
          <p:nvPr/>
        </p:nvSpPr>
        <p:spPr>
          <a:xfrm>
            <a:off x="2317172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Star 999">
            <a:extLst>
              <a:ext uri="{FF2B5EF4-FFF2-40B4-BE49-F238E27FC236}">
                <a16:creationId xmlns:a16="http://schemas.microsoft.com/office/drawing/2014/main" id="{CE2AB2C8-F39E-4813-B4C4-D4997B6EE13B}"/>
              </a:ext>
            </a:extLst>
          </p:cNvPr>
          <p:cNvSpPr/>
          <p:nvPr/>
        </p:nvSpPr>
        <p:spPr>
          <a:xfrm>
            <a:off x="2317330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Star 999">
            <a:extLst>
              <a:ext uri="{FF2B5EF4-FFF2-40B4-BE49-F238E27FC236}">
                <a16:creationId xmlns:a16="http://schemas.microsoft.com/office/drawing/2014/main" id="{EC2D1470-3540-4287-B6BE-27ACDF3EE3DE}"/>
              </a:ext>
            </a:extLst>
          </p:cNvPr>
          <p:cNvSpPr/>
          <p:nvPr/>
        </p:nvSpPr>
        <p:spPr>
          <a:xfrm>
            <a:off x="3143668" y="55621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Star 999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>
            <a:off x="3143826" y="269972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Star 999">
            <a:extLst>
              <a:ext uri="{FF2B5EF4-FFF2-40B4-BE49-F238E27FC236}">
                <a16:creationId xmlns:a16="http://schemas.microsoft.com/office/drawing/2014/main" id="{91BE5821-E123-42EE-BFC6-E2B14EE92C06}"/>
              </a:ext>
            </a:extLst>
          </p:cNvPr>
          <p:cNvSpPr/>
          <p:nvPr/>
        </p:nvSpPr>
        <p:spPr>
          <a:xfrm>
            <a:off x="3143589" y="1270715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Star 999">
            <a:extLst>
              <a:ext uri="{FF2B5EF4-FFF2-40B4-BE49-F238E27FC236}">
                <a16:creationId xmlns:a16="http://schemas.microsoft.com/office/drawing/2014/main" id="{56CBF423-04C2-4532-8520-F2266A036208}"/>
              </a:ext>
            </a:extLst>
          </p:cNvPr>
          <p:cNvSpPr/>
          <p:nvPr/>
        </p:nvSpPr>
        <p:spPr>
          <a:xfrm>
            <a:off x="3143747" y="1985220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Star 999">
            <a:extLst>
              <a:ext uri="{FF2B5EF4-FFF2-40B4-BE49-F238E27FC236}">
                <a16:creationId xmlns:a16="http://schemas.microsoft.com/office/drawing/2014/main" id="{C2269066-FD81-406A-AFB7-565600B34B22}"/>
              </a:ext>
            </a:extLst>
          </p:cNvPr>
          <p:cNvSpPr/>
          <p:nvPr/>
        </p:nvSpPr>
        <p:spPr>
          <a:xfrm>
            <a:off x="3980603" y="55140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Star 999">
            <a:extLst>
              <a:ext uri="{FF2B5EF4-FFF2-40B4-BE49-F238E27FC236}">
                <a16:creationId xmlns:a16="http://schemas.microsoft.com/office/drawing/2014/main" id="{1A8240C3-DD34-4F97-84D0-D9BBCAC43188}"/>
              </a:ext>
            </a:extLst>
          </p:cNvPr>
          <p:cNvSpPr/>
          <p:nvPr/>
        </p:nvSpPr>
        <p:spPr>
          <a:xfrm>
            <a:off x="3980761" y="269492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Star 999">
            <a:extLst>
              <a:ext uri="{FF2B5EF4-FFF2-40B4-BE49-F238E27FC236}">
                <a16:creationId xmlns:a16="http://schemas.microsoft.com/office/drawing/2014/main" id="{477FDA96-3043-4D6E-B710-E74275F0D23C}"/>
              </a:ext>
            </a:extLst>
          </p:cNvPr>
          <p:cNvSpPr/>
          <p:nvPr/>
        </p:nvSpPr>
        <p:spPr>
          <a:xfrm>
            <a:off x="3980524" y="1265913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Star 999">
            <a:extLst>
              <a:ext uri="{FF2B5EF4-FFF2-40B4-BE49-F238E27FC236}">
                <a16:creationId xmlns:a16="http://schemas.microsoft.com/office/drawing/2014/main" id="{10B7FB21-98C7-40F0-A27A-5BC5B119CD52}"/>
              </a:ext>
            </a:extLst>
          </p:cNvPr>
          <p:cNvSpPr/>
          <p:nvPr/>
        </p:nvSpPr>
        <p:spPr>
          <a:xfrm>
            <a:off x="3980682" y="1980418"/>
            <a:ext cx="432000" cy="432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Freeform 1">
            <a:extLst>
              <a:ext uri="{FF2B5EF4-FFF2-40B4-BE49-F238E27FC236}">
                <a16:creationId xmlns:a16="http://schemas.microsoft.com/office/drawing/2014/main" id="{269A8020-39C3-4CD0-AA49-53BCE4EEDFBC}"/>
              </a:ext>
            </a:extLst>
          </p:cNvPr>
          <p:cNvSpPr/>
          <p:nvPr/>
        </p:nvSpPr>
        <p:spPr>
          <a:xfrm>
            <a:off x="203840" y="199497"/>
            <a:ext cx="432000" cy="431999"/>
          </a:xfrm>
          <a:custGeom>
            <a:avLst/>
            <a:gdLst>
              <a:gd name="connsiteX0" fmla="*/ 216000 w 432000"/>
              <a:gd name="connsiteY0" fmla="*/ 0 h 431999"/>
              <a:gd name="connsiteX1" fmla="*/ 266990 w 432000"/>
              <a:gd name="connsiteY1" fmla="*/ 165010 h 431999"/>
              <a:gd name="connsiteX2" fmla="*/ 432000 w 432000"/>
              <a:gd name="connsiteY2" fmla="*/ 165009 h 431999"/>
              <a:gd name="connsiteX3" fmla="*/ 298503 w 432000"/>
              <a:gd name="connsiteY3" fmla="*/ 266990 h 431999"/>
              <a:gd name="connsiteX4" fmla="*/ 349495 w 432000"/>
              <a:gd name="connsiteY4" fmla="*/ 431999 h 431999"/>
              <a:gd name="connsiteX5" fmla="*/ 216000 w 432000"/>
              <a:gd name="connsiteY5" fmla="*/ 330016 h 431999"/>
              <a:gd name="connsiteX6" fmla="*/ 82505 w 432000"/>
              <a:gd name="connsiteY6" fmla="*/ 431999 h 431999"/>
              <a:gd name="connsiteX7" fmla="*/ 133497 w 432000"/>
              <a:gd name="connsiteY7" fmla="*/ 266990 h 431999"/>
              <a:gd name="connsiteX8" fmla="*/ 0 w 432000"/>
              <a:gd name="connsiteY8" fmla="*/ 165009 h 431999"/>
              <a:gd name="connsiteX9" fmla="*/ 165010 w 432000"/>
              <a:gd name="connsiteY9" fmla="*/ 165010 h 431999"/>
              <a:gd name="connsiteX10" fmla="*/ 216000 w 432000"/>
              <a:gd name="connsiteY10" fmla="*/ 0 h 431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32000" h="431999">
                <a:moveTo>
                  <a:pt x="216000" y="0"/>
                </a:moveTo>
                <a:lnTo>
                  <a:pt x="266990" y="165010"/>
                </a:lnTo>
                <a:lnTo>
                  <a:pt x="432000" y="165009"/>
                </a:lnTo>
                <a:lnTo>
                  <a:pt x="298503" y="266990"/>
                </a:lnTo>
                <a:lnTo>
                  <a:pt x="349495" y="431999"/>
                </a:lnTo>
                <a:lnTo>
                  <a:pt x="216000" y="330016"/>
                </a:lnTo>
                <a:lnTo>
                  <a:pt x="82505" y="431999"/>
                </a:lnTo>
                <a:lnTo>
                  <a:pt x="133497" y="266990"/>
                </a:lnTo>
                <a:lnTo>
                  <a:pt x="0" y="165009"/>
                </a:lnTo>
                <a:lnTo>
                  <a:pt x="165010" y="165010"/>
                </a:lnTo>
                <a:lnTo>
                  <a:pt x="21600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Rectangle 991">
            <a:extLst>
              <a:ext uri="{FF2B5EF4-FFF2-40B4-BE49-F238E27FC236}">
                <a16:creationId xmlns:a16="http://schemas.microsoft.com/office/drawing/2014/main" id="{26C96612-3931-4784-BBB1-E3ADEE4EB0FC}"/>
              </a:ext>
            </a:extLst>
          </p:cNvPr>
          <p:cNvSpPr/>
          <p:nvPr/>
        </p:nvSpPr>
        <p:spPr>
          <a:xfrm>
            <a:off x="5039997" y="-1"/>
            <a:ext cx="7152003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992">
            <a:extLst>
              <a:ext uri="{FF2B5EF4-FFF2-40B4-BE49-F238E27FC236}">
                <a16:creationId xmlns:a16="http://schemas.microsoft.com/office/drawing/2014/main" id="{AE921AD5-436B-4107-A131-3798ECAF8BDC}"/>
              </a:ext>
            </a:extLst>
          </p:cNvPr>
          <p:cNvSpPr/>
          <p:nvPr/>
        </p:nvSpPr>
        <p:spPr>
          <a:xfrm>
            <a:off x="5039992" y="1010140"/>
            <a:ext cx="7152003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993">
            <a:extLst>
              <a:ext uri="{FF2B5EF4-FFF2-40B4-BE49-F238E27FC236}">
                <a16:creationId xmlns:a16="http://schemas.microsoft.com/office/drawing/2014/main" id="{A78419E4-29C1-48FB-ACC0-8D2BCD8B69E0}"/>
              </a:ext>
            </a:extLst>
          </p:cNvPr>
          <p:cNvSpPr/>
          <p:nvPr/>
        </p:nvSpPr>
        <p:spPr>
          <a:xfrm>
            <a:off x="5039993" y="2052806"/>
            <a:ext cx="7152008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994">
            <a:extLst>
              <a:ext uri="{FF2B5EF4-FFF2-40B4-BE49-F238E27FC236}">
                <a16:creationId xmlns:a16="http://schemas.microsoft.com/office/drawing/2014/main" id="{B89D6126-0536-44C7-9AA3-0125469292ED}"/>
              </a:ext>
            </a:extLst>
          </p:cNvPr>
          <p:cNvSpPr/>
          <p:nvPr/>
        </p:nvSpPr>
        <p:spPr>
          <a:xfrm>
            <a:off x="5039992" y="3098679"/>
            <a:ext cx="7152008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995">
            <a:extLst>
              <a:ext uri="{FF2B5EF4-FFF2-40B4-BE49-F238E27FC236}">
                <a16:creationId xmlns:a16="http://schemas.microsoft.com/office/drawing/2014/main" id="{299D9431-003F-4722-8A69-8689547ABF36}"/>
              </a:ext>
            </a:extLst>
          </p:cNvPr>
          <p:cNvSpPr/>
          <p:nvPr/>
        </p:nvSpPr>
        <p:spPr>
          <a:xfrm>
            <a:off x="0" y="4175473"/>
            <a:ext cx="12192002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996">
            <a:extLst>
              <a:ext uri="{FF2B5EF4-FFF2-40B4-BE49-F238E27FC236}">
                <a16:creationId xmlns:a16="http://schemas.microsoft.com/office/drawing/2014/main" id="{DCE136E4-C4BA-4A39-BD4A-947A44B1730C}"/>
              </a:ext>
            </a:extLst>
          </p:cNvPr>
          <p:cNvSpPr/>
          <p:nvPr/>
        </p:nvSpPr>
        <p:spPr>
          <a:xfrm>
            <a:off x="-7" y="5249061"/>
            <a:ext cx="12192002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997">
            <a:extLst>
              <a:ext uri="{FF2B5EF4-FFF2-40B4-BE49-F238E27FC236}">
                <a16:creationId xmlns:a16="http://schemas.microsoft.com/office/drawing/2014/main" id="{B18AE0C1-9CA3-41D6-854E-0D00B894135B}"/>
              </a:ext>
            </a:extLst>
          </p:cNvPr>
          <p:cNvSpPr/>
          <p:nvPr/>
        </p:nvSpPr>
        <p:spPr>
          <a:xfrm>
            <a:off x="-3" y="6318000"/>
            <a:ext cx="12192000" cy="540000"/>
          </a:xfrm>
          <a:prstGeom prst="rect">
            <a:avLst/>
          </a:prstGeom>
          <a:solidFill>
            <a:srgbClr val="C10B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United States of America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美利坚合众国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7898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3429001"/>
          </a:xfrm>
          <a:prstGeom prst="rect">
            <a:avLst/>
          </a:prstGeom>
          <a:solidFill>
            <a:srgbClr val="F52B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Star 999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>
            <a:off x="3224231" y="2048369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Star 999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>
            <a:off x="2402226" y="2048369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Star 999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>
            <a:off x="3501527" y="1236266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999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2117709" y="1227630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Star 999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>
            <a:off x="2809618" y="745537"/>
            <a:ext cx="576000" cy="576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Moon 1">
            <a:extLst>
              <a:ext uri="{FF2B5EF4-FFF2-40B4-BE49-F238E27FC236}">
                <a16:creationId xmlns:a16="http://schemas.microsoft.com/office/drawing/2014/main" id="{9F360B25-9340-4633-AA8C-2F2527429D69}"/>
              </a:ext>
            </a:extLst>
          </p:cNvPr>
          <p:cNvSpPr/>
          <p:nvPr/>
        </p:nvSpPr>
        <p:spPr>
          <a:xfrm>
            <a:off x="795344" y="476542"/>
            <a:ext cx="1237957" cy="2475914"/>
          </a:xfrm>
          <a:prstGeom prst="moon">
            <a:avLst>
              <a:gd name="adj" fmla="val 477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991">
            <a:extLst>
              <a:ext uri="{FF2B5EF4-FFF2-40B4-BE49-F238E27FC236}">
                <a16:creationId xmlns:a16="http://schemas.microsoft.com/office/drawing/2014/main" id="{A8387709-05A0-4F1C-8411-3003916F5E12}"/>
              </a:ext>
            </a:extLst>
          </p:cNvPr>
          <p:cNvSpPr/>
          <p:nvPr/>
        </p:nvSpPr>
        <p:spPr>
          <a:xfrm>
            <a:off x="11472000" y="-1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992">
            <a:extLst>
              <a:ext uri="{FF2B5EF4-FFF2-40B4-BE49-F238E27FC236}">
                <a16:creationId xmlns:a16="http://schemas.microsoft.com/office/drawing/2014/main" id="{6908AE0B-E649-4D37-96B5-ACA98682AA0B}"/>
              </a:ext>
            </a:extLst>
          </p:cNvPr>
          <p:cNvSpPr/>
          <p:nvPr/>
        </p:nvSpPr>
        <p:spPr>
          <a:xfrm>
            <a:off x="11472000" y="1010140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993">
            <a:extLst>
              <a:ext uri="{FF2B5EF4-FFF2-40B4-BE49-F238E27FC236}">
                <a16:creationId xmlns:a16="http://schemas.microsoft.com/office/drawing/2014/main" id="{83732413-937E-41B4-93F6-1E407292D335}"/>
              </a:ext>
            </a:extLst>
          </p:cNvPr>
          <p:cNvSpPr/>
          <p:nvPr/>
        </p:nvSpPr>
        <p:spPr>
          <a:xfrm>
            <a:off x="11472000" y="2052806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994">
            <a:extLst>
              <a:ext uri="{FF2B5EF4-FFF2-40B4-BE49-F238E27FC236}">
                <a16:creationId xmlns:a16="http://schemas.microsoft.com/office/drawing/2014/main" id="{BFAA572D-857C-4244-A965-130EA368721A}"/>
              </a:ext>
            </a:extLst>
          </p:cNvPr>
          <p:cNvSpPr/>
          <p:nvPr/>
        </p:nvSpPr>
        <p:spPr>
          <a:xfrm>
            <a:off x="11472000" y="3098679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995">
            <a:extLst>
              <a:ext uri="{FF2B5EF4-FFF2-40B4-BE49-F238E27FC236}">
                <a16:creationId xmlns:a16="http://schemas.microsoft.com/office/drawing/2014/main" id="{46BF1602-A4D5-45C1-9FF6-7FB8BCB6E339}"/>
              </a:ext>
            </a:extLst>
          </p:cNvPr>
          <p:cNvSpPr/>
          <p:nvPr/>
        </p:nvSpPr>
        <p:spPr>
          <a:xfrm>
            <a:off x="11472000" y="4175473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996">
            <a:extLst>
              <a:ext uri="{FF2B5EF4-FFF2-40B4-BE49-F238E27FC236}">
                <a16:creationId xmlns:a16="http://schemas.microsoft.com/office/drawing/2014/main" id="{7DB82AA3-7CD5-42FF-B362-24FF07C82D77}"/>
              </a:ext>
            </a:extLst>
          </p:cNvPr>
          <p:cNvSpPr/>
          <p:nvPr/>
        </p:nvSpPr>
        <p:spPr>
          <a:xfrm>
            <a:off x="11472000" y="5249061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997">
            <a:extLst>
              <a:ext uri="{FF2B5EF4-FFF2-40B4-BE49-F238E27FC236}">
                <a16:creationId xmlns:a16="http://schemas.microsoft.com/office/drawing/2014/main" id="{18BEEFAE-BD28-4068-A415-79EBBB989C4B}"/>
              </a:ext>
            </a:extLst>
          </p:cNvPr>
          <p:cNvSpPr/>
          <p:nvPr/>
        </p:nvSpPr>
        <p:spPr>
          <a:xfrm>
            <a:off x="11472000" y="6318000"/>
            <a:ext cx="720000" cy="540000"/>
          </a:xfrm>
          <a:prstGeom prst="rect">
            <a:avLst/>
          </a:prstGeom>
          <a:solidFill>
            <a:srgbClr val="C10B34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Singapore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新加坡共和国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072815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prstGeom prst="rect">
            <a:avLst/>
          </a:prstGeom>
          <a:solidFill>
            <a:srgbClr val="DE28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Star 5">
            <a:extLst>
              <a:ext uri="{FF2B5EF4-FFF2-40B4-BE49-F238E27FC236}">
                <a16:creationId xmlns:a16="http://schemas.microsoft.com/office/drawing/2014/main" id="{B993FF76-4500-4DA4-BBD4-F4818EC8081E}"/>
              </a:ext>
            </a:extLst>
          </p:cNvPr>
          <p:cNvSpPr/>
          <p:nvPr/>
        </p:nvSpPr>
        <p:spPr>
          <a:xfrm rot="6141073">
            <a:off x="2603226" y="2224958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Star 4">
            <a:extLst>
              <a:ext uri="{FF2B5EF4-FFF2-40B4-BE49-F238E27FC236}">
                <a16:creationId xmlns:a16="http://schemas.microsoft.com/office/drawing/2014/main" id="{CE57BC1E-3497-4B7C-BB9D-878734EDF424}"/>
              </a:ext>
            </a:extLst>
          </p:cNvPr>
          <p:cNvSpPr/>
          <p:nvPr/>
        </p:nvSpPr>
        <p:spPr>
          <a:xfrm rot="4076279">
            <a:off x="3216808" y="1620822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Star 3">
            <a:extLst>
              <a:ext uri="{FF2B5EF4-FFF2-40B4-BE49-F238E27FC236}">
                <a16:creationId xmlns:a16="http://schemas.microsoft.com/office/drawing/2014/main" id="{A98036F4-941C-40F8-9371-45C53021251C}"/>
              </a:ext>
            </a:extLst>
          </p:cNvPr>
          <p:cNvSpPr/>
          <p:nvPr/>
        </p:nvSpPr>
        <p:spPr>
          <a:xfrm rot="20151885">
            <a:off x="3216808" y="889360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Star 2">
            <a:extLst>
              <a:ext uri="{FF2B5EF4-FFF2-40B4-BE49-F238E27FC236}">
                <a16:creationId xmlns:a16="http://schemas.microsoft.com/office/drawing/2014/main" id="{13BC39DF-2BA8-46E3-A547-D84DB27EC5CF}"/>
              </a:ext>
            </a:extLst>
          </p:cNvPr>
          <p:cNvSpPr/>
          <p:nvPr/>
        </p:nvSpPr>
        <p:spPr>
          <a:xfrm rot="18758850">
            <a:off x="2628065" y="325733"/>
            <a:ext cx="576000" cy="576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885742" y="715997"/>
            <a:ext cx="1440000" cy="1440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People’s Republic of China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中华人民共和国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7959722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18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49" presetClass="exit" presetSubtype="0" accel="10000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36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8" grpId="0" animBg="1"/>
      <p:bldP spid="104" grpId="0" animBg="1"/>
      <p:bldP spid="54" grpId="0" animBg="1"/>
      <p:bldP spid="9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D72A3C6E-2898-4220-950B-FE59FA1E22F0}"/>
              </a:ext>
            </a:extLst>
          </p:cNvPr>
          <p:cNvSpPr/>
          <p:nvPr/>
        </p:nvSpPr>
        <p:spPr>
          <a:xfrm>
            <a:off x="-1" y="557"/>
            <a:ext cx="12192003" cy="6856887"/>
          </a:xfrm>
          <a:prstGeom prst="rect">
            <a:avLst/>
          </a:prstGeom>
          <a:solidFill>
            <a:srgbClr val="DE28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Socialist Republic of Vietnam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越南社会主义共和国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509443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">
            <a:extLst>
              <a:ext uri="{FF2B5EF4-FFF2-40B4-BE49-F238E27FC236}">
                <a16:creationId xmlns:a16="http://schemas.microsoft.com/office/drawing/2014/main" id="{DB1345AE-BC7D-4BB0-953E-18985A71B2D8}"/>
              </a:ext>
            </a:extLst>
          </p:cNvPr>
          <p:cNvSpPr/>
          <p:nvPr/>
        </p:nvSpPr>
        <p:spPr>
          <a:xfrm>
            <a:off x="-4" y="-1"/>
            <a:ext cx="12192003" cy="6856887"/>
          </a:xfrm>
          <a:custGeom>
            <a:avLst/>
            <a:gdLst>
              <a:gd name="connsiteX0" fmla="*/ 0 w 12192003"/>
              <a:gd name="connsiteY0" fmla="*/ 0 h 6856887"/>
              <a:gd name="connsiteX1" fmla="*/ 12192003 w 12192003"/>
              <a:gd name="connsiteY1" fmla="*/ 0 h 6856887"/>
              <a:gd name="connsiteX2" fmla="*/ 12192003 w 12192003"/>
              <a:gd name="connsiteY2" fmla="*/ 6856887 h 6856887"/>
              <a:gd name="connsiteX3" fmla="*/ 0 w 12192003"/>
              <a:gd name="connsiteY3" fmla="*/ 6856887 h 6856887"/>
              <a:gd name="connsiteX4" fmla="*/ 0 w 12192003"/>
              <a:gd name="connsiteY4" fmla="*/ 0 h 6856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2003" h="6856887">
                <a:moveTo>
                  <a:pt x="0" y="0"/>
                </a:moveTo>
                <a:lnTo>
                  <a:pt x="12192003" y="0"/>
                </a:lnTo>
                <a:lnTo>
                  <a:pt x="12192003" y="6856887"/>
                </a:lnTo>
                <a:lnTo>
                  <a:pt x="0" y="6856887"/>
                </a:lnTo>
                <a:lnTo>
                  <a:pt x="0" y="0"/>
                </a:lnTo>
                <a:close/>
              </a:path>
            </a:pathLst>
          </a:custGeom>
          <a:solidFill>
            <a:srgbClr val="DE281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star5">
            <a:avLst/>
          </a:prstGeom>
          <a:solidFill>
            <a:srgbClr val="FFDE0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Socialist Republic of Vietnam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越南社会主义共和国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076699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-1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2781000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562000"/>
            <a:ext cx="12192003" cy="1296000"/>
          </a:xfrm>
          <a:prstGeom prst="rect">
            <a:avLst/>
          </a:prstGeom>
          <a:solidFill>
            <a:srgbClr val="002A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">
            <a:extLst>
              <a:ext uri="{FF2B5EF4-FFF2-40B4-BE49-F238E27FC236}">
                <a16:creationId xmlns:a16="http://schemas.microsoft.com/office/drawing/2014/main" id="{C287B13C-A98A-48FA-AE33-1DB615774620}"/>
              </a:ext>
            </a:extLst>
          </p:cNvPr>
          <p:cNvSpPr/>
          <p:nvPr/>
        </p:nvSpPr>
        <p:spPr>
          <a:xfrm rot="5400000">
            <a:off x="-548444" y="548443"/>
            <a:ext cx="6856888" cy="5760000"/>
          </a:xfrm>
          <a:custGeom>
            <a:avLst/>
            <a:gdLst>
              <a:gd name="connsiteX0" fmla="*/ 0 w 6856888"/>
              <a:gd name="connsiteY0" fmla="*/ 5760000 h 5760000"/>
              <a:gd name="connsiteX1" fmla="*/ 3428444 w 6856888"/>
              <a:gd name="connsiteY1" fmla="*/ 0 h 5760000"/>
              <a:gd name="connsiteX2" fmla="*/ 6856888 w 6856888"/>
              <a:gd name="connsiteY2" fmla="*/ 5760000 h 5760000"/>
              <a:gd name="connsiteX3" fmla="*/ 0 w 6856888"/>
              <a:gd name="connsiteY3" fmla="*/ 5760000 h 57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856888" h="5760000">
                <a:moveTo>
                  <a:pt x="0" y="5760000"/>
                </a:moveTo>
                <a:lnTo>
                  <a:pt x="3428444" y="0"/>
                </a:lnTo>
                <a:lnTo>
                  <a:pt x="6856888" y="5760000"/>
                </a:lnTo>
                <a:lnTo>
                  <a:pt x="0" y="5760000"/>
                </a:lnTo>
                <a:close/>
              </a:path>
            </a:pathLst>
          </a:custGeom>
          <a:solidFill>
            <a:srgbClr val="D014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 rot="-4320000">
            <a:off x="1186782" y="2528999"/>
            <a:ext cx="1800000" cy="1800000"/>
          </a:xfrm>
          <a:prstGeom prst="star5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Cuba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古巴共和国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3399255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500">
        <p159:morph option="byWord"/>
      </p:transition>
    </mc:Choice>
    <mc:Fallback xmlns="">
      <p:transition spd="slow" advClick="0" advTm="1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706000"/>
            <a:ext cx="12192003" cy="1152000"/>
          </a:xfrm>
          <a:prstGeom prst="rect">
            <a:avLst/>
          </a:prstGeom>
          <a:solidFill>
            <a:srgbClr val="024C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1359000"/>
            <a:ext cx="12192003" cy="4140000"/>
          </a:xfrm>
          <a:prstGeom prst="rect">
            <a:avLst/>
          </a:prstGeom>
          <a:solidFill>
            <a:srgbClr val="EB1E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152000"/>
          </a:xfrm>
          <a:prstGeom prst="rect">
            <a:avLst/>
          </a:prstGeom>
          <a:solidFill>
            <a:srgbClr val="024CA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2520000" y="2169000"/>
            <a:ext cx="2520000" cy="252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Star 1">
            <a:extLst>
              <a:ext uri="{FF2B5EF4-FFF2-40B4-BE49-F238E27FC236}">
                <a16:creationId xmlns:a16="http://schemas.microsoft.com/office/drawing/2014/main" id="{DEE77FD5-4F03-4C64-99E0-0A2F4F311E11}"/>
              </a:ext>
            </a:extLst>
          </p:cNvPr>
          <p:cNvSpPr/>
          <p:nvPr/>
        </p:nvSpPr>
        <p:spPr>
          <a:xfrm>
            <a:off x="2574000" y="2167886"/>
            <a:ext cx="2412000" cy="2268000"/>
          </a:xfrm>
          <a:prstGeom prst="star5">
            <a:avLst/>
          </a:prstGeom>
          <a:solidFill>
            <a:srgbClr val="EB1E2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Democratic People’s 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朝鲜人民民主主义共和国（北韩）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468658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13000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1629000"/>
            <a:ext cx="12192003" cy="3600000"/>
          </a:xfrm>
          <a:prstGeom prst="rect">
            <a:avLst/>
          </a:prstGeom>
          <a:solidFill>
            <a:srgbClr val="01276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746000" y="2079000"/>
            <a:ext cx="2700000" cy="2700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Lao People’s Democratic Republic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老挝人民民主共和国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4466451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95C73DF4-7854-4E23-944D-66A911B14944}"/>
              </a:ext>
            </a:extLst>
          </p:cNvPr>
          <p:cNvSpPr/>
          <p:nvPr/>
        </p:nvSpPr>
        <p:spPr>
          <a:xfrm>
            <a:off x="-1" y="513000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57DC577-5FFB-47F6-B9A5-172B0320B267}"/>
              </a:ext>
            </a:extLst>
          </p:cNvPr>
          <p:cNvSpPr/>
          <p:nvPr/>
        </p:nvSpPr>
        <p:spPr>
          <a:xfrm>
            <a:off x="-4" y="0"/>
            <a:ext cx="12192003" cy="1728000"/>
          </a:xfrm>
          <a:prstGeom prst="rect">
            <a:avLst/>
          </a:prstGeom>
          <a:solidFill>
            <a:srgbClr val="CE11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88F45DB2-6A04-4C6D-BA7A-01A3BE5C2717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296000" y="1629000"/>
            <a:ext cx="3600000" cy="3600000"/>
          </a:xfrm>
          <a:prstGeom prst="ellipse">
            <a:avLst/>
          </a:prstGeom>
          <a:solidFill>
            <a:srgbClr val="BE00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1">
            <a:extLst>
              <a:ext uri="{FF2B5EF4-FFF2-40B4-BE49-F238E27FC236}">
                <a16:creationId xmlns:a16="http://schemas.microsoft.com/office/drawing/2014/main" id="{3B158F32-D2A2-488F-B5C1-4371EB306447}"/>
              </a:ext>
            </a:extLst>
          </p:cNvPr>
          <p:cNvSpPr/>
          <p:nvPr/>
        </p:nvSpPr>
        <p:spPr>
          <a:xfrm rot="5400000" flipV="1">
            <a:off x="4746000" y="1177886"/>
            <a:ext cx="2700000" cy="3600000"/>
          </a:xfrm>
          <a:custGeom>
            <a:avLst/>
            <a:gdLst>
              <a:gd name="connsiteX0" fmla="*/ 1800000 w 2700000"/>
              <a:gd name="connsiteY0" fmla="*/ 0 h 3600000"/>
              <a:gd name="connsiteX1" fmla="*/ 2700000 w 2700000"/>
              <a:gd name="connsiteY1" fmla="*/ 900000 h 3600000"/>
              <a:gd name="connsiteX2" fmla="*/ 1800000 w 2700000"/>
              <a:gd name="connsiteY2" fmla="*/ 1800000 h 3600000"/>
              <a:gd name="connsiteX3" fmla="*/ 900000 w 2700000"/>
              <a:gd name="connsiteY3" fmla="*/ 2700000 h 3600000"/>
              <a:gd name="connsiteX4" fmla="*/ 1800000 w 2700000"/>
              <a:gd name="connsiteY4" fmla="*/ 3600000 h 3600000"/>
              <a:gd name="connsiteX5" fmla="*/ 0 w 2700000"/>
              <a:gd name="connsiteY5" fmla="*/ 1800000 h 3600000"/>
              <a:gd name="connsiteX6" fmla="*/ 1800000 w 2700000"/>
              <a:gd name="connsiteY6" fmla="*/ 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00000" h="3600000">
                <a:moveTo>
                  <a:pt x="1800000" y="0"/>
                </a:moveTo>
                <a:cubicBezTo>
                  <a:pt x="2297056" y="0"/>
                  <a:pt x="2700000" y="402944"/>
                  <a:pt x="2700000" y="900000"/>
                </a:cubicBezTo>
                <a:cubicBezTo>
                  <a:pt x="2700000" y="1397056"/>
                  <a:pt x="2297056" y="1800000"/>
                  <a:pt x="1800000" y="1800000"/>
                </a:cubicBezTo>
                <a:cubicBezTo>
                  <a:pt x="1302944" y="1800000"/>
                  <a:pt x="900000" y="2202944"/>
                  <a:pt x="900000" y="2700000"/>
                </a:cubicBezTo>
                <a:cubicBezTo>
                  <a:pt x="900000" y="3197056"/>
                  <a:pt x="1302944" y="3600000"/>
                  <a:pt x="1800000" y="3600000"/>
                </a:cubicBezTo>
                <a:cubicBezTo>
                  <a:pt x="805887" y="3600000"/>
                  <a:pt x="0" y="2794113"/>
                  <a:pt x="0" y="1800000"/>
                </a:cubicBezTo>
                <a:cubicBezTo>
                  <a:pt x="0" y="805887"/>
                  <a:pt x="805887" y="0"/>
                  <a:pt x="1800000" y="0"/>
                </a:cubicBezTo>
                <a:close/>
              </a:path>
            </a:pathLst>
          </a:custGeom>
          <a:solidFill>
            <a:srgbClr val="003F86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oup 1">
            <a:extLst>
              <a:ext uri="{FF2B5EF4-FFF2-40B4-BE49-F238E27FC236}">
                <a16:creationId xmlns:a16="http://schemas.microsoft.com/office/drawing/2014/main" id="{3D0A52A6-956E-40D9-AD6F-519CA3891BFE}"/>
              </a:ext>
            </a:extLst>
          </p:cNvPr>
          <p:cNvGrpSpPr/>
          <p:nvPr/>
        </p:nvGrpSpPr>
        <p:grpSpPr>
          <a:xfrm rot="16200000"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14" name="Rectangle 999">
              <a:extLst>
                <a:ext uri="{FF2B5EF4-FFF2-40B4-BE49-F238E27FC236}">
                  <a16:creationId xmlns:a16="http://schemas.microsoft.com/office/drawing/2014/main" id="{717132B7-00FA-45CC-8F1B-AD120AAF994D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999">
              <a:extLst>
                <a:ext uri="{FF2B5EF4-FFF2-40B4-BE49-F238E27FC236}">
                  <a16:creationId xmlns:a16="http://schemas.microsoft.com/office/drawing/2014/main" id="{E774E039-75D5-408F-AE42-810ADBB9D3E4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999">
              <a:extLst>
                <a:ext uri="{FF2B5EF4-FFF2-40B4-BE49-F238E27FC236}">
                  <a16:creationId xmlns:a16="http://schemas.microsoft.com/office/drawing/2014/main" id="{435E5475-C1E8-462E-A010-34DC8CC3C4BA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999">
              <a:extLst>
                <a:ext uri="{FF2B5EF4-FFF2-40B4-BE49-F238E27FC236}">
                  <a16:creationId xmlns:a16="http://schemas.microsoft.com/office/drawing/2014/main" id="{57133865-D257-4836-A580-323D21CA63E6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999">
              <a:extLst>
                <a:ext uri="{FF2B5EF4-FFF2-40B4-BE49-F238E27FC236}">
                  <a16:creationId xmlns:a16="http://schemas.microsoft.com/office/drawing/2014/main" id="{F2E582F5-0319-42D9-B16C-33986903EBC7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999">
              <a:extLst>
                <a:ext uri="{FF2B5EF4-FFF2-40B4-BE49-F238E27FC236}">
                  <a16:creationId xmlns:a16="http://schemas.microsoft.com/office/drawing/2014/main" id="{A86DB44B-9893-4446-ABA1-9AF5D25F1B4C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999">
              <a:extLst>
                <a:ext uri="{FF2B5EF4-FFF2-40B4-BE49-F238E27FC236}">
                  <a16:creationId xmlns:a16="http://schemas.microsoft.com/office/drawing/2014/main" id="{84136BD1-EEE6-45E0-8E00-805DC185919E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999">
              <a:extLst>
                <a:ext uri="{FF2B5EF4-FFF2-40B4-BE49-F238E27FC236}">
                  <a16:creationId xmlns:a16="http://schemas.microsoft.com/office/drawing/2014/main" id="{9FD4B6DE-6A96-473D-9D0C-3827415C7505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999">
              <a:extLst>
                <a:ext uri="{FF2B5EF4-FFF2-40B4-BE49-F238E27FC236}">
                  <a16:creationId xmlns:a16="http://schemas.microsoft.com/office/drawing/2014/main" id="{8ECE442E-DBF4-4A26-8AD2-0009A577746E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 999">
              <a:extLst>
                <a:ext uri="{FF2B5EF4-FFF2-40B4-BE49-F238E27FC236}">
                  <a16:creationId xmlns:a16="http://schemas.microsoft.com/office/drawing/2014/main" id="{CDD87A2A-BF6F-4518-BEC9-7D99E22D7333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E3525B22-6037-4B91-9BB5-BAC4D56E33F6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999">
              <a:extLst>
                <a:ext uri="{FF2B5EF4-FFF2-40B4-BE49-F238E27FC236}">
                  <a16:creationId xmlns:a16="http://schemas.microsoft.com/office/drawing/2014/main" id="{0F24A63F-E83A-41B1-A3B5-3047421DE8B0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5573FCE3-907A-4958-94DC-306FC6D8CF3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999">
              <a:extLst>
                <a:ext uri="{FF2B5EF4-FFF2-40B4-BE49-F238E27FC236}">
                  <a16:creationId xmlns:a16="http://schemas.microsoft.com/office/drawing/2014/main" id="{87B9436D-00DD-4DF4-8104-4791140F388F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5239B46-3044-4813-A4C8-CE6BBFAD2205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999">
              <a:extLst>
                <a:ext uri="{FF2B5EF4-FFF2-40B4-BE49-F238E27FC236}">
                  <a16:creationId xmlns:a16="http://schemas.microsoft.com/office/drawing/2014/main" id="{88F852A7-E867-459E-9C43-BCDF7C50A46F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1DD391F0-525F-4CC7-9C7A-FB8484C5775A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999">
              <a:extLst>
                <a:ext uri="{FF2B5EF4-FFF2-40B4-BE49-F238E27FC236}">
                  <a16:creationId xmlns:a16="http://schemas.microsoft.com/office/drawing/2014/main" id="{F47A587D-1A0D-41C4-B0D3-3BAC63B4952A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Japan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日本国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9308404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2B06C379-1BE1-4096-B7E3-C381E9D7E1BD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53687A-BCA5-42DB-870B-380BDE82B511}"/>
              </a:ext>
            </a:extLst>
          </p:cNvPr>
          <p:cNvSpPr/>
          <p:nvPr/>
        </p:nvSpPr>
        <p:spPr>
          <a:xfrm>
            <a:off x="4476000" y="1809000"/>
            <a:ext cx="3240000" cy="3240000"/>
          </a:xfrm>
          <a:prstGeom prst="ellipse">
            <a:avLst/>
          </a:prstGeom>
          <a:solidFill>
            <a:srgbClr val="BE00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">
            <a:extLst>
              <a:ext uri="{FF2B5EF4-FFF2-40B4-BE49-F238E27FC236}">
                <a16:creationId xmlns:a16="http://schemas.microsoft.com/office/drawing/2014/main" id="{9084AF26-8A73-4DEA-AD91-8C4E98B0CE42}"/>
              </a:ext>
            </a:extLst>
          </p:cNvPr>
          <p:cNvSpPr/>
          <p:nvPr/>
        </p:nvSpPr>
        <p:spPr>
          <a:xfrm rot="18000000" flipV="1">
            <a:off x="4675463" y="2162556"/>
            <a:ext cx="2430000" cy="3240000"/>
          </a:xfrm>
          <a:custGeom>
            <a:avLst/>
            <a:gdLst>
              <a:gd name="connsiteX0" fmla="*/ 1800000 w 2700000"/>
              <a:gd name="connsiteY0" fmla="*/ 0 h 3600000"/>
              <a:gd name="connsiteX1" fmla="*/ 2700000 w 2700000"/>
              <a:gd name="connsiteY1" fmla="*/ 900000 h 3600000"/>
              <a:gd name="connsiteX2" fmla="*/ 1800000 w 2700000"/>
              <a:gd name="connsiteY2" fmla="*/ 1800000 h 3600000"/>
              <a:gd name="connsiteX3" fmla="*/ 900000 w 2700000"/>
              <a:gd name="connsiteY3" fmla="*/ 2700000 h 3600000"/>
              <a:gd name="connsiteX4" fmla="*/ 1800000 w 2700000"/>
              <a:gd name="connsiteY4" fmla="*/ 3600000 h 3600000"/>
              <a:gd name="connsiteX5" fmla="*/ 0 w 2700000"/>
              <a:gd name="connsiteY5" fmla="*/ 1800000 h 3600000"/>
              <a:gd name="connsiteX6" fmla="*/ 1800000 w 2700000"/>
              <a:gd name="connsiteY6" fmla="*/ 0 h 360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700000" h="3600000">
                <a:moveTo>
                  <a:pt x="1800000" y="0"/>
                </a:moveTo>
                <a:cubicBezTo>
                  <a:pt x="2297056" y="0"/>
                  <a:pt x="2700000" y="402944"/>
                  <a:pt x="2700000" y="900000"/>
                </a:cubicBezTo>
                <a:cubicBezTo>
                  <a:pt x="2700000" y="1397056"/>
                  <a:pt x="2297056" y="1800000"/>
                  <a:pt x="1800000" y="1800000"/>
                </a:cubicBezTo>
                <a:cubicBezTo>
                  <a:pt x="1302944" y="1800000"/>
                  <a:pt x="900000" y="2202944"/>
                  <a:pt x="900000" y="2700000"/>
                </a:cubicBezTo>
                <a:cubicBezTo>
                  <a:pt x="900000" y="3197056"/>
                  <a:pt x="1302944" y="3600000"/>
                  <a:pt x="1800000" y="3600000"/>
                </a:cubicBezTo>
                <a:cubicBezTo>
                  <a:pt x="805887" y="3600000"/>
                  <a:pt x="0" y="2794113"/>
                  <a:pt x="0" y="1800000"/>
                </a:cubicBezTo>
                <a:cubicBezTo>
                  <a:pt x="0" y="805887"/>
                  <a:pt x="805887" y="0"/>
                  <a:pt x="1800000" y="0"/>
                </a:cubicBezTo>
                <a:close/>
              </a:path>
            </a:pathLst>
          </a:custGeom>
          <a:solidFill>
            <a:srgbClr val="003F8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62" name="Group 1">
            <a:extLst>
              <a:ext uri="{FF2B5EF4-FFF2-40B4-BE49-F238E27FC236}">
                <a16:creationId xmlns:a16="http://schemas.microsoft.com/office/drawing/2014/main" id="{76E86DB9-D685-4D82-9A9A-E35983063C1B}"/>
              </a:ext>
            </a:extLst>
          </p:cNvPr>
          <p:cNvGrpSpPr/>
          <p:nvPr/>
        </p:nvGrpSpPr>
        <p:grpSpPr>
          <a:xfrm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9789D02C-B935-46CE-835F-0C850F05CAEA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7BA4D6D5-1C0D-4482-9D4C-4B4F93A059A5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D725C5A-7205-4C2F-A11D-F342BC1E8185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2FDEC61B-60AF-45C0-8D39-71E60070A492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999">
              <a:extLst>
                <a:ext uri="{FF2B5EF4-FFF2-40B4-BE49-F238E27FC236}">
                  <a16:creationId xmlns:a16="http://schemas.microsoft.com/office/drawing/2014/main" id="{28B62AD3-84D4-4DD0-B016-ABA14FF176D0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999">
              <a:extLst>
                <a:ext uri="{FF2B5EF4-FFF2-40B4-BE49-F238E27FC236}">
                  <a16:creationId xmlns:a16="http://schemas.microsoft.com/office/drawing/2014/main" id="{2A0227B2-CE92-431C-89E9-B36F2662A837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999">
              <a:extLst>
                <a:ext uri="{FF2B5EF4-FFF2-40B4-BE49-F238E27FC236}">
                  <a16:creationId xmlns:a16="http://schemas.microsoft.com/office/drawing/2014/main" id="{A2BCBF0D-B64C-41A7-94FE-B49E4FE36752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999">
              <a:extLst>
                <a:ext uri="{FF2B5EF4-FFF2-40B4-BE49-F238E27FC236}">
                  <a16:creationId xmlns:a16="http://schemas.microsoft.com/office/drawing/2014/main" id="{3E42E5B9-863F-42F8-87DB-F527841089F7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999">
              <a:extLst>
                <a:ext uri="{FF2B5EF4-FFF2-40B4-BE49-F238E27FC236}">
                  <a16:creationId xmlns:a16="http://schemas.microsoft.com/office/drawing/2014/main" id="{4DE98C64-117F-472C-A0F9-BAFCBB8902E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999">
              <a:extLst>
                <a:ext uri="{FF2B5EF4-FFF2-40B4-BE49-F238E27FC236}">
                  <a16:creationId xmlns:a16="http://schemas.microsoft.com/office/drawing/2014/main" id="{74BB4491-957F-4645-B973-3C777232F1AC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Rectangle 999">
              <a:extLst>
                <a:ext uri="{FF2B5EF4-FFF2-40B4-BE49-F238E27FC236}">
                  <a16:creationId xmlns:a16="http://schemas.microsoft.com/office/drawing/2014/main" id="{6F50BE79-1718-4274-9036-F7A38395654C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999">
              <a:extLst>
                <a:ext uri="{FF2B5EF4-FFF2-40B4-BE49-F238E27FC236}">
                  <a16:creationId xmlns:a16="http://schemas.microsoft.com/office/drawing/2014/main" id="{8126B4A9-EC60-4FC4-9EB0-99B25D2433C2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999">
              <a:extLst>
                <a:ext uri="{FF2B5EF4-FFF2-40B4-BE49-F238E27FC236}">
                  <a16:creationId xmlns:a16="http://schemas.microsoft.com/office/drawing/2014/main" id="{9EF61DDD-4D90-4A03-A15D-3D761E0D64B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Rectangle 999">
              <a:extLst>
                <a:ext uri="{FF2B5EF4-FFF2-40B4-BE49-F238E27FC236}">
                  <a16:creationId xmlns:a16="http://schemas.microsoft.com/office/drawing/2014/main" id="{9805B5EA-F8C7-4398-9A5C-4A352EC8B220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999">
              <a:extLst>
                <a:ext uri="{FF2B5EF4-FFF2-40B4-BE49-F238E27FC236}">
                  <a16:creationId xmlns:a16="http://schemas.microsoft.com/office/drawing/2014/main" id="{C032136B-9B80-45C3-83DA-B7785E24BAD4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999">
              <a:extLst>
                <a:ext uri="{FF2B5EF4-FFF2-40B4-BE49-F238E27FC236}">
                  <a16:creationId xmlns:a16="http://schemas.microsoft.com/office/drawing/2014/main" id="{2E052F78-73D1-4CA0-B9A6-1F65566972B7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Rectangle 999">
              <a:extLst>
                <a:ext uri="{FF2B5EF4-FFF2-40B4-BE49-F238E27FC236}">
                  <a16:creationId xmlns:a16="http://schemas.microsoft.com/office/drawing/2014/main" id="{812DFD77-63CD-4F0C-8B91-29800E174D16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999">
              <a:extLst>
                <a:ext uri="{FF2B5EF4-FFF2-40B4-BE49-F238E27FC236}">
                  <a16:creationId xmlns:a16="http://schemas.microsoft.com/office/drawing/2014/main" id="{D6D1E671-7582-461D-8FFF-A109B5B4AEBD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大韩民国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7349128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">
            <a:extLst>
              <a:ext uri="{FF2B5EF4-FFF2-40B4-BE49-F238E27FC236}">
                <a16:creationId xmlns:a16="http://schemas.microsoft.com/office/drawing/2014/main" id="{2B06C379-1BE1-4096-B7E3-C381E9D7E1BD}"/>
              </a:ext>
            </a:extLst>
          </p:cNvPr>
          <p:cNvSpPr/>
          <p:nvPr/>
        </p:nvSpPr>
        <p:spPr>
          <a:xfrm>
            <a:off x="-1" y="0"/>
            <a:ext cx="12192003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0BF899B-05C2-485E-B6C1-5A2E98FC1B9B}"/>
              </a:ext>
            </a:extLst>
          </p:cNvPr>
          <p:cNvGrpSpPr/>
          <p:nvPr/>
        </p:nvGrpSpPr>
        <p:grpSpPr>
          <a:xfrm>
            <a:off x="4270463" y="1809000"/>
            <a:ext cx="3445537" cy="3240000"/>
            <a:chOff x="4270463" y="1809000"/>
            <a:chExt cx="3445537" cy="3240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553687A-BCA5-42DB-870B-380BDE82B511}"/>
                </a:ext>
              </a:extLst>
            </p:cNvPr>
            <p:cNvSpPr/>
            <p:nvPr/>
          </p:nvSpPr>
          <p:spPr>
            <a:xfrm>
              <a:off x="4476000" y="1809000"/>
              <a:ext cx="3240000" cy="3240000"/>
            </a:xfrm>
            <a:prstGeom prst="ellipse">
              <a:avLst/>
            </a:prstGeom>
            <a:solidFill>
              <a:srgbClr val="BE00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 1">
              <a:extLst>
                <a:ext uri="{FF2B5EF4-FFF2-40B4-BE49-F238E27FC236}">
                  <a16:creationId xmlns:a16="http://schemas.microsoft.com/office/drawing/2014/main" id="{9084AF26-8A73-4DEA-AD91-8C4E98B0CE42}"/>
                </a:ext>
              </a:extLst>
            </p:cNvPr>
            <p:cNvSpPr/>
            <p:nvPr/>
          </p:nvSpPr>
          <p:spPr>
            <a:xfrm rot="18000000" flipV="1">
              <a:off x="4675463" y="2162556"/>
              <a:ext cx="2430000" cy="3240000"/>
            </a:xfrm>
            <a:custGeom>
              <a:avLst/>
              <a:gdLst>
                <a:gd name="connsiteX0" fmla="*/ 1800000 w 2700000"/>
                <a:gd name="connsiteY0" fmla="*/ 0 h 3600000"/>
                <a:gd name="connsiteX1" fmla="*/ 2700000 w 2700000"/>
                <a:gd name="connsiteY1" fmla="*/ 900000 h 3600000"/>
                <a:gd name="connsiteX2" fmla="*/ 1800000 w 2700000"/>
                <a:gd name="connsiteY2" fmla="*/ 1800000 h 3600000"/>
                <a:gd name="connsiteX3" fmla="*/ 900000 w 2700000"/>
                <a:gd name="connsiteY3" fmla="*/ 2700000 h 3600000"/>
                <a:gd name="connsiteX4" fmla="*/ 1800000 w 2700000"/>
                <a:gd name="connsiteY4" fmla="*/ 3600000 h 3600000"/>
                <a:gd name="connsiteX5" fmla="*/ 0 w 2700000"/>
                <a:gd name="connsiteY5" fmla="*/ 1800000 h 3600000"/>
                <a:gd name="connsiteX6" fmla="*/ 1800000 w 2700000"/>
                <a:gd name="connsiteY6" fmla="*/ 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000" h="3600000">
                  <a:moveTo>
                    <a:pt x="1800000" y="0"/>
                  </a:moveTo>
                  <a:cubicBezTo>
                    <a:pt x="2297056" y="0"/>
                    <a:pt x="2700000" y="402944"/>
                    <a:pt x="2700000" y="900000"/>
                  </a:cubicBezTo>
                  <a:cubicBezTo>
                    <a:pt x="2700000" y="1397056"/>
                    <a:pt x="2297056" y="1800000"/>
                    <a:pt x="1800000" y="1800000"/>
                  </a:cubicBezTo>
                  <a:cubicBezTo>
                    <a:pt x="1302944" y="1800000"/>
                    <a:pt x="900000" y="2202944"/>
                    <a:pt x="900000" y="2700000"/>
                  </a:cubicBezTo>
                  <a:cubicBezTo>
                    <a:pt x="900000" y="3197056"/>
                    <a:pt x="1302944" y="3600000"/>
                    <a:pt x="1800000" y="3600000"/>
                  </a:cubicBezTo>
                  <a:cubicBezTo>
                    <a:pt x="805887" y="3600000"/>
                    <a:pt x="0" y="2794113"/>
                    <a:pt x="0" y="1800000"/>
                  </a:cubicBezTo>
                  <a:cubicBezTo>
                    <a:pt x="0" y="805887"/>
                    <a:pt x="805887" y="0"/>
                    <a:pt x="1800000" y="0"/>
                  </a:cubicBezTo>
                  <a:close/>
                </a:path>
              </a:pathLst>
            </a:custGeom>
            <a:solidFill>
              <a:srgbClr val="003F8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62" name="Group 1">
            <a:extLst>
              <a:ext uri="{FF2B5EF4-FFF2-40B4-BE49-F238E27FC236}">
                <a16:creationId xmlns:a16="http://schemas.microsoft.com/office/drawing/2014/main" id="{76E86DB9-D685-4D82-9A9A-E35983063C1B}"/>
              </a:ext>
            </a:extLst>
          </p:cNvPr>
          <p:cNvGrpSpPr/>
          <p:nvPr/>
        </p:nvGrpSpPr>
        <p:grpSpPr>
          <a:xfrm>
            <a:off x="2496468" y="604013"/>
            <a:ext cx="7337285" cy="5690007"/>
            <a:chOff x="2496468" y="604013"/>
            <a:chExt cx="7337285" cy="5690007"/>
          </a:xfrm>
        </p:grpSpPr>
        <p:sp>
          <p:nvSpPr>
            <p:cNvPr id="25" name="Rectangle 999">
              <a:extLst>
                <a:ext uri="{FF2B5EF4-FFF2-40B4-BE49-F238E27FC236}">
                  <a16:creationId xmlns:a16="http://schemas.microsoft.com/office/drawing/2014/main" id="{9789D02C-B935-46CE-835F-0C850F05CAEA}"/>
                </a:ext>
              </a:extLst>
            </p:cNvPr>
            <p:cNvSpPr/>
            <p:nvPr/>
          </p:nvSpPr>
          <p:spPr>
            <a:xfrm rot="-3600000">
              <a:off x="1740468" y="136001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999">
              <a:extLst>
                <a:ext uri="{FF2B5EF4-FFF2-40B4-BE49-F238E27FC236}">
                  <a16:creationId xmlns:a16="http://schemas.microsoft.com/office/drawing/2014/main" id="{7BA4D6D5-1C0D-4482-9D4C-4B4F93A059A5}"/>
                </a:ext>
              </a:extLst>
            </p:cNvPr>
            <p:cNvSpPr/>
            <p:nvPr/>
          </p:nvSpPr>
          <p:spPr>
            <a:xfrm rot="18000000">
              <a:off x="2095497" y="157290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999">
              <a:extLst>
                <a:ext uri="{FF2B5EF4-FFF2-40B4-BE49-F238E27FC236}">
                  <a16:creationId xmlns:a16="http://schemas.microsoft.com/office/drawing/2014/main" id="{7D725C5A-7205-4C2F-A11D-F342BC1E8185}"/>
                </a:ext>
              </a:extLst>
            </p:cNvPr>
            <p:cNvSpPr/>
            <p:nvPr/>
          </p:nvSpPr>
          <p:spPr>
            <a:xfrm rot="18000000">
              <a:off x="2435238" y="1776335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999">
              <a:extLst>
                <a:ext uri="{FF2B5EF4-FFF2-40B4-BE49-F238E27FC236}">
                  <a16:creationId xmlns:a16="http://schemas.microsoft.com/office/drawing/2014/main" id="{2FDEC61B-60AF-45C0-8D39-71E60070A492}"/>
                </a:ext>
              </a:extLst>
            </p:cNvPr>
            <p:cNvSpPr/>
            <p:nvPr/>
          </p:nvSpPr>
          <p:spPr>
            <a:xfrm rot="18000000">
              <a:off x="8084215" y="5285201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999">
              <a:extLst>
                <a:ext uri="{FF2B5EF4-FFF2-40B4-BE49-F238E27FC236}">
                  <a16:creationId xmlns:a16="http://schemas.microsoft.com/office/drawing/2014/main" id="{28B62AD3-84D4-4DD0-B016-ABA14FF176D0}"/>
                </a:ext>
              </a:extLst>
            </p:cNvPr>
            <p:cNvSpPr/>
            <p:nvPr/>
          </p:nvSpPr>
          <p:spPr>
            <a:xfrm rot="18000000">
              <a:off x="8582192" y="4413104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999">
              <a:extLst>
                <a:ext uri="{FF2B5EF4-FFF2-40B4-BE49-F238E27FC236}">
                  <a16:creationId xmlns:a16="http://schemas.microsoft.com/office/drawing/2014/main" id="{2A0227B2-CE92-431C-89E9-B36F2662A837}"/>
                </a:ext>
              </a:extLst>
            </p:cNvPr>
            <p:cNvSpPr/>
            <p:nvPr/>
          </p:nvSpPr>
          <p:spPr>
            <a:xfrm rot="18000000">
              <a:off x="8429059" y="5493872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999">
              <a:extLst>
                <a:ext uri="{FF2B5EF4-FFF2-40B4-BE49-F238E27FC236}">
                  <a16:creationId xmlns:a16="http://schemas.microsoft.com/office/drawing/2014/main" id="{A2BCBF0D-B64C-41A7-94FE-B49E4FE36752}"/>
                </a:ext>
              </a:extLst>
            </p:cNvPr>
            <p:cNvSpPr/>
            <p:nvPr/>
          </p:nvSpPr>
          <p:spPr>
            <a:xfrm rot="18000000">
              <a:off x="8929585" y="46217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999">
              <a:extLst>
                <a:ext uri="{FF2B5EF4-FFF2-40B4-BE49-F238E27FC236}">
                  <a16:creationId xmlns:a16="http://schemas.microsoft.com/office/drawing/2014/main" id="{3E42E5B9-863F-42F8-87DB-F527841089F7}"/>
                </a:ext>
              </a:extLst>
            </p:cNvPr>
            <p:cNvSpPr/>
            <p:nvPr/>
          </p:nvSpPr>
          <p:spPr>
            <a:xfrm rot="18000000">
              <a:off x="8778542" y="569097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999">
              <a:extLst>
                <a:ext uri="{FF2B5EF4-FFF2-40B4-BE49-F238E27FC236}">
                  <a16:creationId xmlns:a16="http://schemas.microsoft.com/office/drawing/2014/main" id="{4DE98C64-117F-472C-A0F9-BAFCBB8902E9}"/>
                </a:ext>
              </a:extLst>
            </p:cNvPr>
            <p:cNvSpPr/>
            <p:nvPr/>
          </p:nvSpPr>
          <p:spPr>
            <a:xfrm rot="18000000">
              <a:off x="9280779" y="482170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999">
              <a:extLst>
                <a:ext uri="{FF2B5EF4-FFF2-40B4-BE49-F238E27FC236}">
                  <a16:creationId xmlns:a16="http://schemas.microsoft.com/office/drawing/2014/main" id="{74BB4491-957F-4645-B973-3C777232F1AC}"/>
                </a:ext>
              </a:extLst>
            </p:cNvPr>
            <p:cNvSpPr/>
            <p:nvPr/>
          </p:nvSpPr>
          <p:spPr>
            <a:xfrm rot="3600000">
              <a:off x="1742674" y="5250020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7" name="Rectangle 999">
              <a:extLst>
                <a:ext uri="{FF2B5EF4-FFF2-40B4-BE49-F238E27FC236}">
                  <a16:creationId xmlns:a16="http://schemas.microsoft.com/office/drawing/2014/main" id="{6F50BE79-1718-4274-9036-F7A38395654C}"/>
                </a:ext>
              </a:extLst>
            </p:cNvPr>
            <p:cNvSpPr/>
            <p:nvPr/>
          </p:nvSpPr>
          <p:spPr>
            <a:xfrm rot="3600000">
              <a:off x="2347496" y="460065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999">
              <a:extLst>
                <a:ext uri="{FF2B5EF4-FFF2-40B4-BE49-F238E27FC236}">
                  <a16:creationId xmlns:a16="http://schemas.microsoft.com/office/drawing/2014/main" id="{8126B4A9-EC60-4FC4-9EB0-99B25D2433C2}"/>
                </a:ext>
              </a:extLst>
            </p:cNvPr>
            <p:cNvSpPr/>
            <p:nvPr/>
          </p:nvSpPr>
          <p:spPr>
            <a:xfrm rot="3600000">
              <a:off x="2849868" y="5469697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 999">
              <a:extLst>
                <a:ext uri="{FF2B5EF4-FFF2-40B4-BE49-F238E27FC236}">
                  <a16:creationId xmlns:a16="http://schemas.microsoft.com/office/drawing/2014/main" id="{9EF61DDD-4D90-4A03-A15D-3D761E0D64B1}"/>
                </a:ext>
              </a:extLst>
            </p:cNvPr>
            <p:cNvSpPr/>
            <p:nvPr/>
          </p:nvSpPr>
          <p:spPr>
            <a:xfrm rot="3600000">
              <a:off x="2450317" y="4822538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Rectangle 999">
              <a:extLst>
                <a:ext uri="{FF2B5EF4-FFF2-40B4-BE49-F238E27FC236}">
                  <a16:creationId xmlns:a16="http://schemas.microsoft.com/office/drawing/2014/main" id="{9805B5EA-F8C7-4398-9A5C-4A352EC8B220}"/>
                </a:ext>
              </a:extLst>
            </p:cNvPr>
            <p:cNvSpPr/>
            <p:nvPr/>
          </p:nvSpPr>
          <p:spPr>
            <a:xfrm rot="3600000">
              <a:off x="8085985" y="133985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999">
              <a:extLst>
                <a:ext uri="{FF2B5EF4-FFF2-40B4-BE49-F238E27FC236}">
                  <a16:creationId xmlns:a16="http://schemas.microsoft.com/office/drawing/2014/main" id="{C032136B-9B80-45C3-83DA-B7785E24BAD4}"/>
                </a:ext>
              </a:extLst>
            </p:cNvPr>
            <p:cNvSpPr/>
            <p:nvPr/>
          </p:nvSpPr>
          <p:spPr>
            <a:xfrm rot="3600000">
              <a:off x="8583181" y="219128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999">
              <a:extLst>
                <a:ext uri="{FF2B5EF4-FFF2-40B4-BE49-F238E27FC236}">
                  <a16:creationId xmlns:a16="http://schemas.microsoft.com/office/drawing/2014/main" id="{2E052F78-73D1-4CA0-B9A6-1F65566972B7}"/>
                </a:ext>
              </a:extLst>
            </p:cNvPr>
            <p:cNvSpPr/>
            <p:nvPr/>
          </p:nvSpPr>
          <p:spPr>
            <a:xfrm rot="3600000">
              <a:off x="8185869" y="1554843"/>
              <a:ext cx="1800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Rectangle 999">
              <a:extLst>
                <a:ext uri="{FF2B5EF4-FFF2-40B4-BE49-F238E27FC236}">
                  <a16:creationId xmlns:a16="http://schemas.microsoft.com/office/drawing/2014/main" id="{812DFD77-63CD-4F0C-8B91-29800E174D16}"/>
                </a:ext>
              </a:extLst>
            </p:cNvPr>
            <p:cNvSpPr/>
            <p:nvPr/>
          </p:nvSpPr>
          <p:spPr>
            <a:xfrm rot="3600000">
              <a:off x="8793532" y="918406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999">
              <a:extLst>
                <a:ext uri="{FF2B5EF4-FFF2-40B4-BE49-F238E27FC236}">
                  <a16:creationId xmlns:a16="http://schemas.microsoft.com/office/drawing/2014/main" id="{D6D1E671-7582-461D-8FFF-A109B5B4AEBD}"/>
                </a:ext>
              </a:extLst>
            </p:cNvPr>
            <p:cNvSpPr/>
            <p:nvPr/>
          </p:nvSpPr>
          <p:spPr>
            <a:xfrm rot="3600000">
              <a:off x="9293753" y="1774360"/>
              <a:ext cx="792000" cy="2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altLang="zh-CN" sz="240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Republic of Korea</a:t>
            </a: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大韩民国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字幕黑体M" panose="020B0500000000000000" pitchFamily="34" charset="-122"/>
              <a:ea typeface="字幕黑体M" panose="020B0500000000000000" pitchFamily="34" charset="-122"/>
              <a:cs typeface="字幕黑体M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2618882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0"/>
    </mc:Choice>
    <mc:Fallback xmlns="">
      <p:transition advClick="0" advTm="0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id="{CB20E21D-6667-4923-B705-6E51AD43BB29}"/>
              </a:ext>
            </a:extLst>
          </p:cNvPr>
          <p:cNvGrpSpPr>
            <a:grpSpLocks noChangeAspect="1"/>
          </p:cNvGrpSpPr>
          <p:nvPr/>
        </p:nvGrpSpPr>
        <p:grpSpPr>
          <a:xfrm rot="-10740000">
            <a:off x="5713162" y="3069000"/>
            <a:ext cx="765676" cy="720000"/>
            <a:chOff x="4270463" y="1809000"/>
            <a:chExt cx="3445537" cy="3240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4C99A8E-DCE8-4AE9-9DA2-6C9F2FDB1329}"/>
                </a:ext>
              </a:extLst>
            </p:cNvPr>
            <p:cNvSpPr/>
            <p:nvPr/>
          </p:nvSpPr>
          <p:spPr>
            <a:xfrm>
              <a:off x="4476000" y="1809000"/>
              <a:ext cx="3240000" cy="3240000"/>
            </a:xfrm>
            <a:prstGeom prst="ellipse">
              <a:avLst/>
            </a:prstGeom>
            <a:solidFill>
              <a:srgbClr val="BE0026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1">
              <a:extLst>
                <a:ext uri="{FF2B5EF4-FFF2-40B4-BE49-F238E27FC236}">
                  <a16:creationId xmlns:a16="http://schemas.microsoft.com/office/drawing/2014/main" id="{03B5B3E3-0E3A-47AA-A7C9-6C68A18A8FA4}"/>
                </a:ext>
              </a:extLst>
            </p:cNvPr>
            <p:cNvSpPr/>
            <p:nvPr/>
          </p:nvSpPr>
          <p:spPr>
            <a:xfrm rot="18000000" flipV="1">
              <a:off x="4675463" y="2162556"/>
              <a:ext cx="2430000" cy="3240000"/>
            </a:xfrm>
            <a:custGeom>
              <a:avLst/>
              <a:gdLst>
                <a:gd name="connsiteX0" fmla="*/ 1800000 w 2700000"/>
                <a:gd name="connsiteY0" fmla="*/ 0 h 3600000"/>
                <a:gd name="connsiteX1" fmla="*/ 2700000 w 2700000"/>
                <a:gd name="connsiteY1" fmla="*/ 900000 h 3600000"/>
                <a:gd name="connsiteX2" fmla="*/ 1800000 w 2700000"/>
                <a:gd name="connsiteY2" fmla="*/ 1800000 h 3600000"/>
                <a:gd name="connsiteX3" fmla="*/ 900000 w 2700000"/>
                <a:gd name="connsiteY3" fmla="*/ 2700000 h 3600000"/>
                <a:gd name="connsiteX4" fmla="*/ 1800000 w 2700000"/>
                <a:gd name="connsiteY4" fmla="*/ 3600000 h 3600000"/>
                <a:gd name="connsiteX5" fmla="*/ 0 w 2700000"/>
                <a:gd name="connsiteY5" fmla="*/ 1800000 h 3600000"/>
                <a:gd name="connsiteX6" fmla="*/ 1800000 w 2700000"/>
                <a:gd name="connsiteY6" fmla="*/ 0 h 360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00000" h="3600000">
                  <a:moveTo>
                    <a:pt x="1800000" y="0"/>
                  </a:moveTo>
                  <a:cubicBezTo>
                    <a:pt x="2297056" y="0"/>
                    <a:pt x="2700000" y="402944"/>
                    <a:pt x="2700000" y="900000"/>
                  </a:cubicBezTo>
                  <a:cubicBezTo>
                    <a:pt x="2700000" y="1397056"/>
                    <a:pt x="2297056" y="1800000"/>
                    <a:pt x="1800000" y="1800000"/>
                  </a:cubicBezTo>
                  <a:cubicBezTo>
                    <a:pt x="1302944" y="1800000"/>
                    <a:pt x="900000" y="2202944"/>
                    <a:pt x="900000" y="2700000"/>
                  </a:cubicBezTo>
                  <a:cubicBezTo>
                    <a:pt x="900000" y="3197056"/>
                    <a:pt x="1302944" y="3600000"/>
                    <a:pt x="1800000" y="3600000"/>
                  </a:cubicBezTo>
                  <a:cubicBezTo>
                    <a:pt x="805887" y="3600000"/>
                    <a:pt x="0" y="2794113"/>
                    <a:pt x="0" y="1800000"/>
                  </a:cubicBezTo>
                  <a:cubicBezTo>
                    <a:pt x="0" y="805887"/>
                    <a:pt x="805887" y="0"/>
                    <a:pt x="1800000" y="0"/>
                  </a:cubicBezTo>
                  <a:close/>
                </a:path>
              </a:pathLst>
            </a:custGeom>
            <a:solidFill>
              <a:srgbClr val="003F86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7" name="Text CountryName">
            <a:extLst>
              <a:ext uri="{FF2B5EF4-FFF2-40B4-BE49-F238E27FC236}">
                <a16:creationId xmlns:a16="http://schemas.microsoft.com/office/drawing/2014/main" id="{DE546F52-4D1A-4BEE-B02A-D94CA1C9EEF4}"/>
              </a:ext>
            </a:extLst>
          </p:cNvPr>
          <p:cNvSpPr txBox="1"/>
          <p:nvPr/>
        </p:nvSpPr>
        <p:spPr>
          <a:xfrm>
            <a:off x="696000" y="-1"/>
            <a:ext cx="108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zh-CN" sz="2400" i="0" u="none" strike="noStrike" kern="1200" cap="none" spc="0" normalizeH="0" baseline="0" noProof="0" dirty="0">
                <a:ln w="6350">
                  <a:noFill/>
                </a:ln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uLnTx/>
                <a:uFillTx/>
                <a:latin typeface="Avenir Next LT Pro" panose="020B0504020202020204" pitchFamily="34" charset="0"/>
                <a:ea typeface="DFPHeiMedium-B5" panose="020B0500000000000000" pitchFamily="34" charset="-122"/>
                <a:cs typeface="方正韵动粗黑_GBK" panose="02000000000000000000" pitchFamily="2" charset="-122"/>
              </a:rPr>
              <a:t>THE END</a:t>
            </a:r>
            <a:endParaRPr lang="en-US" altLang="zh-CN" sz="240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latin typeface="Avenir Next LT Pro" panose="020B0504020202020204" pitchFamily="34" charset="0"/>
              <a:ea typeface="DFPHeiMedium-B5" panose="020B0500000000000000" pitchFamily="34" charset="-122"/>
              <a:cs typeface="方正韵动粗黑_GBK" panose="02000000000000000000" pitchFamily="2" charset="-122"/>
            </a:endParaRPr>
          </a:p>
          <a:p>
            <a:pPr lvl="0" algn="ctr">
              <a:defRPr/>
            </a:pPr>
            <a:r>
              <a:rPr lang="zh-CN" altLang="en-US" sz="2400" dirty="0">
                <a:solidFill>
                  <a:schemeClr val="bg1"/>
                </a:solidFill>
                <a:effectLst>
                  <a:outerShdw blurRad="127000" algn="ctr" rotWithShape="0">
                    <a:schemeClr val="tx1"/>
                  </a:outerShdw>
                </a:effectLst>
                <a:latin typeface="字幕黑体M" panose="020B0500000000000000" pitchFamily="34" charset="-122"/>
                <a:ea typeface="字幕黑体M" panose="020B0500000000000000" pitchFamily="34" charset="-122"/>
                <a:cs typeface="字幕黑体M" panose="020B0500000000000000" pitchFamily="34" charset="-122"/>
              </a:rPr>
              <a:t>终</a:t>
            </a:r>
            <a:endParaRPr kumimoji="0" lang="en-US" altLang="zh-CN" sz="2400" i="0" u="none" strike="noStrike" kern="1200" cap="none" spc="0" normalizeH="0" baseline="0" noProof="0" dirty="0">
              <a:ln w="6350">
                <a:noFill/>
              </a:ln>
              <a:solidFill>
                <a:schemeClr val="bg1"/>
              </a:solidFill>
              <a:effectLst>
                <a:outerShdw blurRad="127000" algn="ctr" rotWithShape="0">
                  <a:schemeClr val="tx1"/>
                </a:outerShdw>
              </a:effectLst>
              <a:uLnTx/>
              <a:uFillTx/>
              <a:latin typeface="Avenir Next LT Pro" panose="020B0504020202020204" pitchFamily="34" charset="0"/>
              <a:ea typeface="DFPHeiMedium-B5" panose="020B0500000000000000" pitchFamily="34" charset="-122"/>
            </a:endParaRP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EE67F8EE-9F64-4621-B502-0526A6C72BE0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45C1EB01-3D68-4F21-8EC3-BA3DEA8A6A88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tx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12" name="文本框 11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30F6C8D6-1C1D-458E-B566-ADF2B1668625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16" name="文本框 15">
            <a:extLst>
              <a:ext uri="{FF2B5EF4-FFF2-40B4-BE49-F238E27FC236}">
                <a16:creationId xmlns:a16="http://schemas.microsoft.com/office/drawing/2014/main" id="{9F79390C-BA28-4E01-AD04-E3E9C15A38A0}"/>
              </a:ext>
            </a:extLst>
          </p:cNvPr>
          <p:cNvSpPr txBox="1"/>
          <p:nvPr/>
        </p:nvSpPr>
        <p:spPr>
          <a:xfrm>
            <a:off x="0" y="6610665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l-PL" altLang="zh-CN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alpha val="30000"/>
                  </a:scheme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1606004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1000">
        <p159:morph option="byWord"/>
      </p:transition>
    </mc:Choice>
    <mc:Fallback xmlns="">
      <p:transition spd="slow" advClick="0" advTm="100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70AC59BA-CC71-44FA-8BC7-73F0330D8A9F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4F38BAC-ACBC-489F-9984-3053A08C14B7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351" dirty="0">
                <a:latin typeface="冬青黑体旧字形 W3" panose="020B0300000000000000" pitchFamily="34" charset="-122"/>
                <a:ea typeface="冬青黑体旧字形 W3" panose="020B0300000000000000" pitchFamily="34" charset="-122"/>
              </a:endParaRPr>
            </a:p>
          </p:txBody>
        </p:sp>
        <p:sp>
          <p:nvSpPr>
            <p:cNvPr id="15" name="文本框 14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97A66595-2F70-4E13-B7F2-B3A67848FB97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1100" dirty="0">
                  <a:solidFill>
                    <a:schemeClr val="bg1"/>
                  </a:solidFill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lang="zh-CN" altLang="en-US" sz="1100" dirty="0">
                <a:solidFill>
                  <a:schemeClr val="bg1"/>
                </a:solidFill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63CF3CC4-92EF-4FBC-A9D8-96599287878D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altLang="zh-CN" sz="1000" dirty="0">
                <a:solidFill>
                  <a:schemeClr val="bg1">
                    <a:alpha val="30000"/>
                  </a:schemeClr>
                </a:solidFill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TM &amp; (C) 2015-2020 SAM TOKI STUDIO.</a:t>
            </a:r>
          </a:p>
        </p:txBody>
      </p:sp>
    </p:spTree>
    <p:extLst>
      <p:ext uri="{BB962C8B-B14F-4D97-AF65-F5344CB8AC3E}">
        <p14:creationId xmlns:p14="http://schemas.microsoft.com/office/powerpoint/2010/main" val="3018789947"/>
      </p:ext>
    </p:extLst>
  </p:cSld>
  <p:clrMapOvr>
    <a:masterClrMapping/>
  </p:clrMapOvr>
  <p:transition advClick="0" advTm="10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AA3C24A-3D2E-44A0-964F-16362563F4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7620000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0551CDD-0D0C-4B0B-BC62-1519C823FA72}"/>
              </a:ext>
            </a:extLst>
          </p:cNvPr>
          <p:cNvSpPr/>
          <p:nvPr/>
        </p:nvSpPr>
        <p:spPr>
          <a:xfrm>
            <a:off x="815021" y="2057591"/>
            <a:ext cx="5400000" cy="3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dist="38100" dir="2700000" algn="t" rotWithShape="0">
              <a:prstClr val="black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351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冬青黑体旧字形 W3" panose="020B0300000000000000" pitchFamily="34" charset="-122"/>
              <a:ea typeface="冬青黑体旧字形 W3" panose="020B0300000000000000" pitchFamily="3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1166918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Ｔ Ｋ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FFD39-E06C-4EFA-92B5-83D9B2AA0921}"/>
              </a:ext>
            </a:extLst>
          </p:cNvPr>
          <p:cNvSpPr txBox="1"/>
          <p:nvPr/>
        </p:nvSpPr>
        <p:spPr>
          <a:xfrm>
            <a:off x="2184453" y="1463414"/>
            <a:ext cx="116998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映 画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91859F5B-9E8E-441F-B9B6-FE5797425A70}"/>
              </a:ext>
            </a:extLst>
          </p:cNvPr>
          <p:cNvSpPr txBox="1"/>
          <p:nvPr/>
        </p:nvSpPr>
        <p:spPr>
          <a:xfrm>
            <a:off x="3134115" y="1463414"/>
            <a:ext cx="180759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工 作 室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B610EAE-17C5-42BA-AA2F-A523280713FD}"/>
              </a:ext>
            </a:extLst>
          </p:cNvPr>
          <p:cNvSpPr txBox="1"/>
          <p:nvPr/>
        </p:nvSpPr>
        <p:spPr>
          <a:xfrm>
            <a:off x="4770964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作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6CD2B7D-8722-4FFC-8149-2E817C59B5AD}"/>
              </a:ext>
            </a:extLst>
          </p:cNvPr>
          <p:cNvSpPr txBox="1"/>
          <p:nvPr/>
        </p:nvSpPr>
        <p:spPr>
          <a:xfrm>
            <a:off x="5266572" y="1463413"/>
            <a:ext cx="5411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品</a:t>
            </a:r>
            <a:endParaRPr kumimoji="0" lang="en-US" altLang="zh-CN" sz="3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20E92242-4913-4FB7-B9A4-F8BCD11279EA}"/>
              </a:ext>
            </a:extLst>
          </p:cNvPr>
          <p:cNvSpPr txBox="1"/>
          <p:nvPr/>
        </p:nvSpPr>
        <p:spPr>
          <a:xfrm>
            <a:off x="126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SAM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F2D108E6-658D-479D-81E6-D13145EF34D7}"/>
              </a:ext>
            </a:extLst>
          </p:cNvPr>
          <p:cNvSpPr txBox="1"/>
          <p:nvPr/>
        </p:nvSpPr>
        <p:spPr>
          <a:xfrm>
            <a:off x="2232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TOKI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1DA63D-7DF2-4031-B4F0-9ADB7A79892D}"/>
              </a:ext>
            </a:extLst>
          </p:cNvPr>
          <p:cNvSpPr txBox="1"/>
          <p:nvPr/>
        </p:nvSpPr>
        <p:spPr>
          <a:xfrm>
            <a:off x="3240000" y="2151286"/>
            <a:ext cx="108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FILM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7786DD1-A70C-45A4-B574-C43931A8AA18}"/>
              </a:ext>
            </a:extLst>
          </p:cNvPr>
          <p:cNvSpPr txBox="1"/>
          <p:nvPr/>
        </p:nvSpPr>
        <p:spPr>
          <a:xfrm>
            <a:off x="4176000" y="2154599"/>
            <a:ext cx="1620000" cy="432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STUDIO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B27AD8FE-0BC0-455F-B555-F6648433F8FB}"/>
              </a:ext>
            </a:extLst>
          </p:cNvPr>
          <p:cNvSpPr txBox="1"/>
          <p:nvPr/>
        </p:nvSpPr>
        <p:spPr>
          <a:xfrm>
            <a:off x="0" y="6611779"/>
            <a:ext cx="449210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  |  Music by MONACA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3A5D8E0-C026-4409-84D8-98D4795EAF0A}"/>
              </a:ext>
            </a:extLst>
          </p:cNvPr>
          <p:cNvSpPr txBox="1"/>
          <p:nvPr/>
        </p:nvSpPr>
        <p:spPr>
          <a:xfrm>
            <a:off x="1335940" y="1210474"/>
            <a:ext cx="84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トキ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1433F787-ABF1-4591-9159-1F91A4208246}"/>
              </a:ext>
            </a:extLst>
          </p:cNvPr>
          <p:cNvSpPr txBox="1"/>
          <p:nvPr/>
        </p:nvSpPr>
        <p:spPr>
          <a:xfrm>
            <a:off x="2249149" y="1210474"/>
            <a:ext cx="936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えい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  </a:t>
            </a: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が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EFECD697-AADA-415D-AF52-C99DA33B667D}"/>
              </a:ext>
            </a:extLst>
          </p:cNvPr>
          <p:cNvSpPr txBox="1"/>
          <p:nvPr/>
        </p:nvSpPr>
        <p:spPr>
          <a:xfrm>
            <a:off x="3494368" y="1210474"/>
            <a:ext cx="108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スタジオ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770C493-2A87-44E5-9047-4F17F919200B}"/>
              </a:ext>
            </a:extLst>
          </p:cNvPr>
          <p:cNvSpPr txBox="1"/>
          <p:nvPr/>
        </p:nvSpPr>
        <p:spPr>
          <a:xfrm>
            <a:off x="4779092" y="1210473"/>
            <a:ext cx="5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さく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30F8E096-DC68-475F-9400-67DF37520E62}"/>
              </a:ext>
            </a:extLst>
          </p:cNvPr>
          <p:cNvSpPr txBox="1"/>
          <p:nvPr/>
        </p:nvSpPr>
        <p:spPr>
          <a:xfrm>
            <a:off x="5270642" y="1210473"/>
            <a:ext cx="54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dist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>
                  <a:outerShdw dist="63500" dir="2700000" algn="t" rotWithShape="0">
                    <a:prstClr val="black"/>
                  </a:outerShdw>
                </a:effectLst>
                <a:uLnTx/>
                <a:uFillTx/>
                <a:latin typeface="GD-HighwayGothicJA-OTF" panose="02000600000000000000" pitchFamily="50" charset="-128"/>
                <a:ea typeface="GD-HighwayGothicJA-OTF" panose="02000600000000000000" pitchFamily="50" charset="-128"/>
                <a:cs typeface="XHei Square" panose="02010600030101010101" pitchFamily="2" charset="-122"/>
              </a:rPr>
              <a:t>ひん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>
                <a:outerShdw dist="63500" dir="2700000" algn="t" rotWithShape="0">
                  <a:prstClr val="black"/>
                </a:outerShdw>
              </a:effectLst>
              <a:uLnTx/>
              <a:uFillTx/>
              <a:latin typeface="GD-HighwayGothicJA-OTF" panose="02000600000000000000" pitchFamily="50" charset="-128"/>
              <a:ea typeface="GD-HighwayGothicJA-OTF" panose="02000600000000000000" pitchFamily="50" charset="-128"/>
              <a:cs typeface="XHei Square" panose="02010600030101010101" pitchFamily="2" charset="-122"/>
            </a:endParaRPr>
          </a:p>
        </p:txBody>
      </p:sp>
      <p:pic>
        <p:nvPicPr>
          <p:cNvPr id="3" name="Sound Effect from HaiyoreNyarukosanW [B]">
            <a:hlinkClick r:id="" action="ppaction://media"/>
            <a:extLst>
              <a:ext uri="{FF2B5EF4-FFF2-40B4-BE49-F238E27FC236}">
                <a16:creationId xmlns:a16="http://schemas.microsoft.com/office/drawing/2014/main" id="{3799F3D9-7C64-4E6B-8CAA-A18533E9E88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-1" y="0"/>
            <a:ext cx="492125" cy="492125"/>
          </a:xfrm>
          <a:prstGeom prst="rect">
            <a:avLst/>
          </a:prstGeom>
        </p:spPr>
      </p:pic>
      <p:grpSp>
        <p:nvGrpSpPr>
          <p:cNvPr id="29" name="组合 28">
            <a:extLst>
              <a:ext uri="{FF2B5EF4-FFF2-40B4-BE49-F238E27FC236}">
                <a16:creationId xmlns:a16="http://schemas.microsoft.com/office/drawing/2014/main" id="{B5189861-45C4-4552-A68D-A70E91783F91}"/>
              </a:ext>
            </a:extLst>
          </p:cNvPr>
          <p:cNvGrpSpPr/>
          <p:nvPr/>
        </p:nvGrpSpPr>
        <p:grpSpPr>
          <a:xfrm>
            <a:off x="11879178" y="55686"/>
            <a:ext cx="252663" cy="261610"/>
            <a:chOff x="11879176" y="55685"/>
            <a:chExt cx="252663" cy="261610"/>
          </a:xfrm>
        </p:grpSpPr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AF2F3AC5-800A-4406-B380-F71402A88F86}"/>
                </a:ext>
              </a:extLst>
            </p:cNvPr>
            <p:cNvSpPr/>
            <p:nvPr/>
          </p:nvSpPr>
          <p:spPr>
            <a:xfrm>
              <a:off x="11879176" y="60159"/>
              <a:ext cx="252663" cy="252663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351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冬青黑体旧字形 W3" panose="020B0300000000000000" pitchFamily="34" charset="-122"/>
                <a:ea typeface="冬青黑体旧字形 W3" panose="020B0300000000000000" pitchFamily="34" charset="-122"/>
                <a:cs typeface="+mn-cs"/>
              </a:endParaRPr>
            </a:p>
          </p:txBody>
        </p:sp>
        <p:sp>
          <p:nvSpPr>
            <p:cNvPr id="41" name="文本框 40">
              <a:hlinkClick r:id="" action="ppaction://hlinkshowjump?jump=lastslide" tooltip="EXIT SLIDESHOW"/>
              <a:extLst>
                <a:ext uri="{FF2B5EF4-FFF2-40B4-BE49-F238E27FC236}">
                  <a16:creationId xmlns:a16="http://schemas.microsoft.com/office/drawing/2014/main" id="{BF45E859-D549-4985-B0EF-EBA79788AF20}"/>
                </a:ext>
              </a:extLst>
            </p:cNvPr>
            <p:cNvSpPr txBox="1"/>
            <p:nvPr/>
          </p:nvSpPr>
          <p:spPr>
            <a:xfrm>
              <a:off x="11879176" y="55685"/>
              <a:ext cx="252662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XHei Square" panose="02010600030101010101" pitchFamily="2" charset="-122"/>
                  <a:ea typeface="XHei Square" panose="02010600030101010101" pitchFamily="2" charset="-122"/>
                  <a:cs typeface="XHei Square" panose="02010600030101010101" pitchFamily="2" charset="-122"/>
                </a:rPr>
                <a:t>×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endParaRPr>
            </a:p>
          </p:txBody>
        </p:sp>
      </p:grpSp>
      <p:sp>
        <p:nvSpPr>
          <p:cNvPr id="32" name="文本框 STS旗下工作室">
            <a:extLst>
              <a:ext uri="{FF2B5EF4-FFF2-40B4-BE49-F238E27FC236}">
                <a16:creationId xmlns:a16="http://schemas.microsoft.com/office/drawing/2014/main" id="{2FF9A773-12B4-4B59-970F-F6CB8E9C6EDD}"/>
              </a:ext>
            </a:extLst>
          </p:cNvPr>
          <p:cNvSpPr txBox="1"/>
          <p:nvPr/>
        </p:nvSpPr>
        <p:spPr>
          <a:xfrm>
            <a:off x="539999" y="360000"/>
            <a:ext cx="3600000" cy="3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Source Han Sans Medium" panose="020B0600000000000000" pitchFamily="34" charset="-122"/>
                <a:ea typeface="Source Han Sans Medium" panose="020B0600000000000000" pitchFamily="34" charset="-122"/>
                <a:cs typeface="Arial" panose="020B0604020202020204" pitchFamily="34" charset="0"/>
              </a:rPr>
              <a:t>SAM TOKI STUDIO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70000"/>
                  </a:prstClr>
                </a:solidFill>
                <a:effectLst/>
                <a:uLnTx/>
                <a:uFillTx/>
                <a:latin typeface="Source Han Sans Medium" panose="020B0600000000000000" pitchFamily="34" charset="-122"/>
                <a:ea typeface="Source Han Sans Medium" panose="020B0600000000000000" pitchFamily="34" charset="-122"/>
                <a:cs typeface="Arial" panose="020B0604020202020204" pitchFamily="34" charset="0"/>
              </a:rPr>
              <a:t>旗下工作室</a:t>
            </a:r>
            <a:endParaRPr kumimoji="0" lang="en-US" altLang="zh-CN" sz="16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70000"/>
                </a:prstClr>
              </a:solidFill>
              <a:effectLst/>
              <a:uLnTx/>
              <a:uFillTx/>
              <a:latin typeface="Source Han Sans Medium" panose="020B0600000000000000" pitchFamily="34" charset="-122"/>
              <a:ea typeface="Source Han Sans Medium" panose="020B06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879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0">
        <p:sndAc>
          <p:endSnd/>
        </p:sndAc>
      </p:transition>
    </mc:Choice>
    <mc:Fallback xmlns="">
      <p:transition advClick="0" advTm="5000">
        <p:sndAc>
          <p:endSnd/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2" dur="1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6" presetClass="entr" presetSubtype="42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8" dur="1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6" presetClass="entr" presetSubtype="42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24" dur="1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6" presetClass="entr" presetSubtype="42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0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6" presetClass="entr" presetSubtype="42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36" dur="1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1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28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3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22" presetClass="exit" presetSubtype="8" fill="hold" grpId="0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1" nodeType="withEffect">
                                  <p:stCondLst>
                                    <p:cond delay="3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xit" presetSubtype="0" fill="hold" grpId="1" nodeType="withEffect">
                                  <p:stCondLst>
                                    <p:cond delay="40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9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3"/>
                </p:tgtEl>
              </p:cMediaNode>
            </p:audio>
          </p:childTnLst>
        </p:cTn>
      </p:par>
    </p:tnLst>
    <p:bldLst>
      <p:bldP spid="11" grpId="0" animBg="1"/>
      <p:bldP spid="11" grpId="1" animBg="1"/>
      <p:bldP spid="4" grpId="0"/>
      <p:bldP spid="4" grpId="1"/>
      <p:bldP spid="21" grpId="0"/>
      <p:bldP spid="21" grpId="1"/>
      <p:bldP spid="22" grpId="0"/>
      <p:bldP spid="22" grpId="1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8" grpId="1"/>
      <p:bldP spid="31" grpId="0"/>
      <p:bldP spid="31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32" grpId="0"/>
      <p:bldP spid="32" grpId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3582403" y="2674948"/>
            <a:ext cx="5027195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XHei DIN" panose="02010600030101010101" pitchFamily="2" charset="-122"/>
              </a:rPr>
              <a:t>全部放送完毕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XHei DIN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ALL FINISHED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IZ UDPGothic" panose="020B0400000000000000" pitchFamily="34" charset="-128"/>
                <a:ea typeface="BIZ UDPGothic" panose="020B0400000000000000" pitchFamily="34" charset="-128"/>
                <a:cs typeface="XHei Square" panose="02010600030101010101" pitchFamily="2" charset="-122"/>
              </a:rPr>
              <a:t>放送は全部完了しました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Gothic" panose="020B0400000000000000" pitchFamily="34" charset="-128"/>
              <a:ea typeface="BIZ UDPGothic" panose="020B0400000000000000" pitchFamily="34" charset="-128"/>
              <a:cs typeface="XHei Square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9F27A3-1108-4D3A-9DB2-7FDD22B9C7A3}"/>
              </a:ext>
            </a:extLst>
          </p:cNvPr>
          <p:cNvSpPr txBox="1"/>
          <p:nvPr/>
        </p:nvSpPr>
        <p:spPr>
          <a:xfrm>
            <a:off x="-1" y="6457890"/>
            <a:ext cx="4492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CZJST Inc.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30000"/>
                </a:prstClr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412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>
        <p:sndAc>
          <p:endSnd/>
        </p:sndAc>
      </p:transition>
    </mc:Choice>
    <mc:Fallback xmlns="">
      <p:transition advClick="0" advTm="1000">
        <p:sndAc>
          <p:endSnd/>
        </p:sndAc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C19F6053-5796-4CBC-A810-234FBBB2E79A}"/>
              </a:ext>
            </a:extLst>
          </p:cNvPr>
          <p:cNvSpPr txBox="1"/>
          <p:nvPr/>
        </p:nvSpPr>
        <p:spPr>
          <a:xfrm>
            <a:off x="3582403" y="2674948"/>
            <a:ext cx="5027195" cy="15081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XHei DIN" panose="02010600030101010101" pitchFamily="2" charset="-122"/>
              </a:rPr>
              <a:t>退出放映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XHei DIN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XHei Square" panose="02010600030101010101" pitchFamily="2" charset="-122"/>
                <a:ea typeface="XHei Square" panose="02010600030101010101" pitchFamily="2" charset="-122"/>
                <a:cs typeface="XHei Square" panose="02010600030101010101" pitchFamily="2" charset="-122"/>
              </a:rPr>
              <a:t>EXIT SLIDESHOW</a:t>
            </a: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XHei Square" panose="02010600030101010101" pitchFamily="2" charset="-122"/>
              <a:ea typeface="XHei Square" panose="02010600030101010101" pitchFamily="2" charset="-122"/>
              <a:cs typeface="XHei Square" panose="02010600030101010101" pitchFamily="2" charset="-122"/>
            </a:endParaRPr>
          </a:p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IZ UDPGothic" panose="020B0400000000000000" pitchFamily="34" charset="-128"/>
                <a:ea typeface="BIZ UDPGothic" panose="020B0400000000000000" pitchFamily="34" charset="-128"/>
                <a:cs typeface="XHei Square" panose="02010600030101010101" pitchFamily="2" charset="-122"/>
              </a:rPr>
              <a:t>スライドショーを終了します</a:t>
            </a: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Z UDPGothic" panose="020B0400000000000000" pitchFamily="34" charset="-128"/>
              <a:ea typeface="BIZ UDPGothic" panose="020B0400000000000000" pitchFamily="34" charset="-128"/>
              <a:cs typeface="XHei Square" panose="02010600030101010101" pitchFamily="2" charset="-122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9F27A3-1108-4D3A-9DB2-7FDD22B9C7A3}"/>
              </a:ext>
            </a:extLst>
          </p:cNvPr>
          <p:cNvSpPr txBox="1"/>
          <p:nvPr/>
        </p:nvSpPr>
        <p:spPr>
          <a:xfrm>
            <a:off x="-1" y="6457890"/>
            <a:ext cx="4492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SAM TOKI STUDIO</a:t>
            </a:r>
          </a:p>
          <a:p>
            <a:pPr marL="0" marR="0" lvl="0" indent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30000"/>
                  </a:prstClr>
                </a:solidFill>
                <a:effectLst/>
                <a:uLnTx/>
                <a:uFillTx/>
                <a:latin typeface="Source Han Sans" panose="020B0500000000000000" pitchFamily="34" charset="-122"/>
                <a:ea typeface="Source Han Sans" panose="020B0500000000000000" pitchFamily="34" charset="-122"/>
                <a:cs typeface="Arial" panose="020B0604020202020204" pitchFamily="34" charset="0"/>
              </a:rPr>
              <a:t>CZJST Inc.</a:t>
            </a:r>
            <a:endParaRPr kumimoji="0" lang="zh-CN" altLang="en-US" sz="1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alpha val="30000"/>
                </a:prstClr>
              </a:solidFill>
              <a:effectLst/>
              <a:uLnTx/>
              <a:uFillTx/>
              <a:latin typeface="Source Han Sans" panose="020B0500000000000000" pitchFamily="34" charset="-122"/>
              <a:ea typeface="Source Han Sans" panose="020B0500000000000000" pitchFamily="34" charset="-122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9129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1000">
        <p:sndAc>
          <p:endSnd/>
        </p:sndAc>
      </p:transition>
    </mc:Choice>
    <mc:Fallback xmlns="">
      <p:transition advClick="0" advTm="1000">
        <p:sndAc>
          <p:endSnd/>
        </p:sndAc>
      </p:transition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solidFill>
              <a:schemeClr val="tx1">
                <a:alpha val="30000"/>
              </a:schemeClr>
            </a:solidFill>
            <a:latin typeface="Source Han Sans K Medium" panose="020B0600000000000000" pitchFamily="34" charset="-128"/>
            <a:ea typeface="Source Han Sans K Medium" panose="020B0600000000000000" pitchFamily="34" charset="-128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837</Words>
  <Application>Microsoft Office PowerPoint</Application>
  <PresentationFormat>Widescreen</PresentationFormat>
  <Paragraphs>238</Paragraphs>
  <Slides>52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52</vt:i4>
      </vt:variant>
    </vt:vector>
  </HeadingPairs>
  <TitlesOfParts>
    <vt:vector size="67" baseType="lpstr">
      <vt:lpstr>BIZ UDPGothic</vt:lpstr>
      <vt:lpstr>DFPHeiMedium-B5</vt:lpstr>
      <vt:lpstr>冬青黑体旧字形 W3</vt:lpstr>
      <vt:lpstr>XHei Square</vt:lpstr>
      <vt:lpstr>Source Han Sans Medium</vt:lpstr>
      <vt:lpstr>GD-HighwayGothicJA-OTF</vt:lpstr>
      <vt:lpstr>Avenir Next LT Pro</vt:lpstr>
      <vt:lpstr>Calibri</vt:lpstr>
      <vt:lpstr>Arial</vt:lpstr>
      <vt:lpstr>Arial Rounded MT Bold</vt:lpstr>
      <vt:lpstr>字幕黑体M</vt:lpstr>
      <vt:lpstr>等线</vt:lpstr>
      <vt:lpstr>Source Han Sans</vt:lpstr>
      <vt:lpstr>Office 主题​​</vt:lpstr>
      <vt:lpstr>Office 主题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2020-07-10T10:12:47Z</dcterms:created>
  <dcterms:modified xsi:type="dcterms:W3CDTF">2020-10-27T15:28:56Z</dcterms:modified>
</cp:coreProperties>
</file>