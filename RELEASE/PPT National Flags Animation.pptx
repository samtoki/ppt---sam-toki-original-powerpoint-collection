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  <p:sldMasterId id="2147483660" r:id="rId2"/>
  </p:sldMasterIdLst>
  <p:notesMasterIdLst>
    <p:notesMasterId r:id="rId64"/>
  </p:notesMasterIdLst>
  <p:handoutMasterIdLst>
    <p:handoutMasterId r:id="rId65"/>
  </p:handoutMasterIdLst>
  <p:sldIdLst>
    <p:sldId id="683" r:id="rId3"/>
    <p:sldId id="261" r:id="rId4"/>
    <p:sldId id="684" r:id="rId5"/>
    <p:sldId id="685" r:id="rId6"/>
    <p:sldId id="661" r:id="rId7"/>
    <p:sldId id="462" r:id="rId8"/>
    <p:sldId id="687" r:id="rId9"/>
    <p:sldId id="688" r:id="rId10"/>
    <p:sldId id="689" r:id="rId11"/>
    <p:sldId id="727" r:id="rId12"/>
    <p:sldId id="690" r:id="rId13"/>
    <p:sldId id="691" r:id="rId14"/>
    <p:sldId id="733" r:id="rId15"/>
    <p:sldId id="692" r:id="rId16"/>
    <p:sldId id="693" r:id="rId17"/>
    <p:sldId id="730" r:id="rId18"/>
    <p:sldId id="694" r:id="rId19"/>
    <p:sldId id="695" r:id="rId20"/>
    <p:sldId id="696" r:id="rId21"/>
    <p:sldId id="697" r:id="rId22"/>
    <p:sldId id="701" r:id="rId23"/>
    <p:sldId id="698" r:id="rId24"/>
    <p:sldId id="699" r:id="rId25"/>
    <p:sldId id="700" r:id="rId26"/>
    <p:sldId id="702" r:id="rId27"/>
    <p:sldId id="703" r:id="rId28"/>
    <p:sldId id="704" r:id="rId29"/>
    <p:sldId id="712" r:id="rId30"/>
    <p:sldId id="713" r:id="rId31"/>
    <p:sldId id="705" r:id="rId32"/>
    <p:sldId id="706" r:id="rId33"/>
    <p:sldId id="707" r:id="rId34"/>
    <p:sldId id="708" r:id="rId35"/>
    <p:sldId id="710" r:id="rId36"/>
    <p:sldId id="709" r:id="rId37"/>
    <p:sldId id="711" r:id="rId38"/>
    <p:sldId id="714" r:id="rId39"/>
    <p:sldId id="729" r:id="rId40"/>
    <p:sldId id="715" r:id="rId41"/>
    <p:sldId id="716" r:id="rId42"/>
    <p:sldId id="731" r:id="rId43"/>
    <p:sldId id="717" r:id="rId44"/>
    <p:sldId id="718" r:id="rId45"/>
    <p:sldId id="737" r:id="rId46"/>
    <p:sldId id="736" r:id="rId47"/>
    <p:sldId id="719" r:id="rId48"/>
    <p:sldId id="728" r:id="rId49"/>
    <p:sldId id="720" r:id="rId50"/>
    <p:sldId id="732" r:id="rId51"/>
    <p:sldId id="721" r:id="rId52"/>
    <p:sldId id="722" r:id="rId53"/>
    <p:sldId id="723" r:id="rId54"/>
    <p:sldId id="724" r:id="rId55"/>
    <p:sldId id="726" r:id="rId56"/>
    <p:sldId id="725" r:id="rId57"/>
    <p:sldId id="734" r:id="rId58"/>
    <p:sldId id="735" r:id="rId59"/>
    <p:sldId id="660" r:id="rId60"/>
    <p:sldId id="686" r:id="rId61"/>
    <p:sldId id="338" r:id="rId62"/>
    <p:sldId id="259" r:id="rId63"/>
  </p:sldIdLst>
  <p:sldSz cx="12192000" cy="6858000"/>
  <p:notesSz cx="6858000" cy="9144000"/>
  <p:embeddedFontLst>
    <p:embeddedFont>
      <p:font typeface="Arial Rounded MT Bold" panose="020F0704030504030204" pitchFamily="34" charset="0"/>
      <p:bold r:id="rId66"/>
    </p:embeddedFont>
    <p:embeddedFont>
      <p:font typeface="Avenir Next LT Pro" panose="020B0504020202020204" pitchFamily="34" charset="0"/>
      <p:regular r:id="rId67"/>
    </p:embeddedFont>
    <p:embeddedFont>
      <p:font typeface="BIZ UDPGothic" panose="020B0400000000000000" pitchFamily="34" charset="-128"/>
      <p:regular r:id="rId68"/>
      <p:bold r:id="rId69"/>
    </p:embeddedFont>
    <p:embeddedFont>
      <p:font typeface="Calibri" panose="020F0502020204030204" pitchFamily="34" charset="0"/>
      <p:regular r:id="rId70"/>
      <p:bold r:id="rId71"/>
      <p:italic r:id="rId72"/>
      <p:boldItalic r:id="rId73"/>
    </p:embeddedFont>
    <p:embeddedFont>
      <p:font typeface="DFPHeiMedium-B5" panose="020B0500000000000000" pitchFamily="34" charset="-122"/>
      <p:regular r:id="rId74"/>
    </p:embeddedFont>
    <p:embeddedFont>
      <p:font typeface="GD-HighwayGothicJA-OTF" panose="02000600000000000000" pitchFamily="50" charset="-128"/>
      <p:regular r:id="rId75"/>
    </p:embeddedFont>
    <p:embeddedFont>
      <p:font typeface="HiraginoKaku-Mono W3" panose="020B0409000000000000" pitchFamily="49" charset="-128"/>
      <p:regular r:id="rId76"/>
    </p:embeddedFont>
    <p:embeddedFont>
      <p:font typeface="XHei Square" panose="02010600030101010101" pitchFamily="2" charset="-122"/>
      <p:regular r:id="rId77"/>
      <p:bold r:id="rId78"/>
    </p:embeddedFont>
  </p:embeddedFontLst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0000"/>
    <a:srgbClr val="01795E"/>
    <a:srgbClr val="E00024"/>
    <a:srgbClr val="009F3D"/>
    <a:srgbClr val="F3C300"/>
    <a:srgbClr val="FDD116"/>
    <a:srgbClr val="CE1127"/>
    <a:srgbClr val="0085C6"/>
    <a:srgbClr val="CC0000"/>
    <a:srgbClr val="E30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font" Target="fonts/font3.fntdata"/><Relationship Id="rId76" Type="http://schemas.openxmlformats.org/officeDocument/2006/relationships/font" Target="fonts/font11.fntdata"/><Relationship Id="rId7" Type="http://schemas.openxmlformats.org/officeDocument/2006/relationships/slide" Target="slides/slide5.xml"/><Relationship Id="rId71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1.fntdata"/><Relationship Id="rId74" Type="http://schemas.openxmlformats.org/officeDocument/2006/relationships/font" Target="fonts/font9.fntdata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7.fntdata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C50FE15-09BF-470E-B607-2CCAE5FBDB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DFPHeiMedium-B5" panose="020B0500000000000000" pitchFamily="34" charset="-122"/>
              <a:ea typeface="DFPHeiMedium-B5" panose="020B0500000000000000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D0C600-BBB3-4F86-824C-F3B2142418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6C0B1-5FAC-46D9-9003-8ABD764CDD87}" type="datetime1">
              <a:rPr lang="en-US" altLang="zh-CN" smtClean="0">
                <a:latin typeface="DFPHeiMedium-B5" panose="020B0500000000000000" pitchFamily="34" charset="-122"/>
                <a:ea typeface="DFPHeiMedium-B5" panose="020B0500000000000000" pitchFamily="34" charset="-122"/>
              </a:rPr>
              <a:t>10/28/20 (Wed)</a:t>
            </a:fld>
            <a:endParaRPr lang="zh-CN" altLang="en-US" dirty="0">
              <a:latin typeface="DFPHeiMedium-B5" panose="020B0500000000000000" pitchFamily="34" charset="-122"/>
              <a:ea typeface="DFPHeiMedium-B5" panose="020B0500000000000000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81654D-1AA5-4A15-96E4-8D2B8FD5EF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l-PL" altLang="zh-CN" dirty="0">
                <a:latin typeface="DFPHeiMedium-B5" panose="020B0500000000000000" pitchFamily="34" charset="-122"/>
                <a:ea typeface="DFPHeiMedium-B5" panose="020B0500000000000000" pitchFamily="34" charset="-122"/>
              </a:rPr>
              <a:t>TM &amp; © 2015-2020 SAM TOKI STUDIO.</a:t>
            </a:r>
            <a:endParaRPr lang="zh-CN" altLang="en-US" dirty="0">
              <a:latin typeface="DFPHeiMedium-B5" panose="020B0500000000000000" pitchFamily="34" charset="-122"/>
              <a:ea typeface="DFPHeiMedium-B5" panose="020B0500000000000000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6FF693-C6E5-4FCE-AB9D-0B2BC5CEE7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BE491-D723-4526-880B-737AC172D568}" type="slidenum">
              <a:rPr lang="zh-CN" altLang="en-US" smtClean="0">
                <a:latin typeface="DFPHeiMedium-B5" panose="020B0500000000000000" pitchFamily="34" charset="-122"/>
                <a:ea typeface="DFPHeiMedium-B5" panose="020B0500000000000000" pitchFamily="34" charset="-122"/>
              </a:rPr>
              <a:t>‹#›</a:t>
            </a:fld>
            <a:endParaRPr lang="zh-CN" altLang="en-US" dirty="0">
              <a:latin typeface="DFPHeiMedium-B5" panose="020B0500000000000000" pitchFamily="34" charset="-122"/>
              <a:ea typeface="DFPHeiMedium-B5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398078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iraginoKaku-Mono W3" panose="020B0409000000000000" pitchFamily="49" charset="-128"/>
                <a:ea typeface="HiraginoKaku-Mono W3" panose="020B0409000000000000" pitchFamily="49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iraginoKaku-Mono W3" panose="020B0409000000000000" pitchFamily="49" charset="-128"/>
                <a:ea typeface="HiraginoKaku-Mono W3" panose="020B0409000000000000" pitchFamily="49" charset="-128"/>
              </a:defRPr>
            </a:lvl1pPr>
          </a:lstStyle>
          <a:p>
            <a:fld id="{1E624E19-8FA1-4214-BAE5-339C73053AC2}" type="datetime1">
              <a:rPr lang="en-US" altLang="zh-CN" smtClean="0"/>
              <a:pPr/>
              <a:t>10/28/20 (Wed)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iraginoKaku-Mono W3" panose="020B0409000000000000" pitchFamily="49" charset="-128"/>
                <a:ea typeface="HiraginoKaku-Mono W3" panose="020B0409000000000000" pitchFamily="49" charset="-128"/>
              </a:defRPr>
            </a:lvl1pPr>
          </a:lstStyle>
          <a:p>
            <a:r>
              <a:rPr lang="pl-PL" altLang="zh-CN" dirty="0"/>
              <a:t>TM &amp; © 2015-2020 SAM TOKI STUDIO.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iraginoKaku-Mono W3" panose="020B0409000000000000" pitchFamily="49" charset="-128"/>
                <a:ea typeface="HiraginoKaku-Mono W3" panose="020B0409000000000000" pitchFamily="49" charset="-128"/>
              </a:defRPr>
            </a:lvl1pPr>
          </a:lstStyle>
          <a:p>
            <a:fld id="{DFD614E2-4669-48FF-8D8A-C769063723F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885490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377" rtl="0" eaLnBrk="1" latinLnBrk="0" hangingPunct="1">
      <a:defRPr sz="1200" kern="1200">
        <a:solidFill>
          <a:schemeClr val="tx1"/>
        </a:solidFill>
        <a:latin typeface="HiraginoKaku-Mono W3" panose="020B0409000000000000" pitchFamily="49" charset="-128"/>
        <a:ea typeface="HiraginoKaku-Mono W3" panose="020B0409000000000000" pitchFamily="49" charset="-128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1214A-1AF5-42D3-B9E9-7D05B8076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83E854-5C6C-4AA5-9D2E-EBCBE704A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72066E-3721-48A7-966C-C5A9B290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36A2-345C-401F-88AB-AF299CC789BC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F6BEA-7E9A-43B3-A218-3B6B871C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DB8F82-1D9B-46F0-973E-33DFB81F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410221"/>
      </p:ext>
    </p:extLst>
  </p:cSld>
  <p:clrMapOvr>
    <a:masterClrMapping/>
  </p:clrMapOvr>
  <p:transition spd="slow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E3868-6746-4DE6-ACA4-D947C909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DBFB17-04C9-4B1F-B5A3-59AB30CA7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0B9315-2C27-47DC-A29A-FEDAC1D6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9664-EFC1-4651-9447-CCB1AA2FAFBC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374E1-935B-4343-865E-144004E6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095448-2A21-4CA0-B577-BB3FC784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374643"/>
      </p:ext>
    </p:extLst>
  </p:cSld>
  <p:clrMapOvr>
    <a:masterClrMapping/>
  </p:clrMapOvr>
  <p:transition spd="slow"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F8983-6939-4168-A53C-E59ECB0A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B15DB7-0772-438B-924E-5A85B3E75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24E85-E392-497A-94D3-B3F3E1EA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5095C-8044-435A-A2FE-2A1D6A8AD6CA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35564B-D178-46BB-BB90-70B21757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A6C30-57C7-44D8-9D80-63D12795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719906"/>
      </p:ext>
    </p:extLst>
  </p:cSld>
  <p:clrMapOvr>
    <a:masterClrMapping/>
  </p:clrMapOvr>
  <p:transition spd="slow"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B1830-8121-4DA9-BA69-8AF912758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79082-38E8-495F-807B-C800381AB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69FD74-8973-4B47-BB6B-A957EE427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D671CA-109D-4EF6-A70D-67E90778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6220-8E62-4984-A988-B9F6F354BF52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5C14D4-9667-48F3-80A7-4321DBC8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522305-6BDC-4AD5-A31E-DCC4C207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398964"/>
      </p:ext>
    </p:extLst>
  </p:cSld>
  <p:clrMapOvr>
    <a:masterClrMapping/>
  </p:clrMapOvr>
  <p:transition spd="slow"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E1109-3F5D-4267-A8DF-89C5D0A7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C10F85-7501-4782-B7AA-346468A0C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CF5684-F74D-4DDA-BA2B-F7DEAFD9F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CA7BDB-8AF2-4AD6-81AF-AEFCCABD5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8A46E5-4742-4685-BD8A-86C52B036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0B0BF1-AB89-40D2-B859-8BC223186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4571-1C86-4B9A-9CCC-C83CEDE8AE63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19E0BF-BE47-4D43-A914-2547B90DF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30B8D7-184F-4C35-9DB5-7882B377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060910"/>
      </p:ext>
    </p:extLst>
  </p:cSld>
  <p:clrMapOvr>
    <a:masterClrMapping/>
  </p:clrMapOvr>
  <p:transition spd="slow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C4BDC-0AF9-4A32-A552-223F989A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11FC9B-D782-4CC4-8B4A-1B3B2A7F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A508D-9220-4819-923E-67E0057B7C95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DE6B45-0AB3-4D07-9DC0-335693E7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7DC597-FB13-47FC-B550-59A710FA9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637025"/>
      </p:ext>
    </p:extLst>
  </p:cSld>
  <p:clrMapOvr>
    <a:masterClrMapping/>
  </p:clrMapOvr>
  <p:transition spd="slow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813A12-F808-43C0-A842-73890CD2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AC2A7-9B4D-4E72-84AE-23FF46213738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69262C-42AD-4B21-863B-2B59C848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299147-6ADF-4446-AA15-B213A365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833217"/>
      </p:ext>
    </p:extLst>
  </p:cSld>
  <p:clrMapOvr>
    <a:masterClrMapping/>
  </p:clrMapOvr>
  <p:transition spd="slow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FB343-44DB-49FB-8566-34DDE738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5703A-8CF7-4B77-A7A3-23A9E214C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EE142B-57F7-4566-8620-D743949B6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38C817-E0C3-412A-882D-3DDAE495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008F-8376-4829-BA58-9A588B029D6A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78996E-0674-4A15-ADA9-5C0BDD61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1A7F81-3FE9-47AE-B538-377F03D9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626763"/>
      </p:ext>
    </p:extLst>
  </p:cSld>
  <p:clrMapOvr>
    <a:masterClrMapping/>
  </p:clrMapOvr>
  <p:transition spd="slow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28163-DAED-41D3-8098-59FB5372A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E1E387-817E-4669-AA27-A363F763B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1A550D-7F8E-46B3-A9AB-658F1FD37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96AB6-6A94-49AF-98CC-6A37C2DE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6F04-A4EF-434F-863E-1827A4C862D0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A3782D-8337-43FA-A0C8-15CE38DB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9308-4C53-4620-8201-C952A9BB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293439"/>
      </p:ext>
    </p:extLst>
  </p:cSld>
  <p:clrMapOvr>
    <a:masterClrMapping/>
  </p:clrMapOvr>
  <p:transition spd="slow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C98E9-6D19-435A-893A-571DA5B90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1B53E2-E88E-4121-8843-4AAE94FF9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07F17-4A0D-42E1-82CB-B7354B056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AB1C-D57A-4B8E-AB01-638EF7A459C7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46AF2E-E389-40E2-AB51-24E57D52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4EE228-0161-4A23-896E-BB32A9F1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40595"/>
      </p:ext>
    </p:extLst>
  </p:cSld>
  <p:clrMapOvr>
    <a:masterClrMapping/>
  </p:clrMapOvr>
  <p:transition spd="slow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0B636E-ED5C-4FE1-928B-8437BC908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CCC64B-FE52-4282-B270-7F71EBA86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DA977B-5A45-47F8-B836-31C4BCEB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FE5AC-D7BF-4065-9E36-2F91BA09BCFC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66FEFD-D53A-4BA2-ABB4-94A6AE47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4688B-4C41-4B55-9D65-4C85CEAF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97C8-B884-4AA8-A95F-C6CB76BAD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165713"/>
      </p:ext>
    </p:extLst>
  </p:cSld>
  <p:clrMapOvr>
    <a:masterClrMapping/>
  </p:clrMapOvr>
  <p:transition spd="slow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C210-281E-48CD-95CD-4892AA5D28DC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56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7345-32E5-4290-A011-AAF994968602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095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5558C-9D02-4E90-9B6C-F9992483E262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015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D48EF-2B5D-4905-ABC8-9F97A58253E3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525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DF63-F0BA-4C93-88C3-9EDD55E10E47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648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5A4-F195-46E8-BAAA-8F75367C4FCB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63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0F17-3DC6-44AE-8A43-945302C5040F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6768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E2E9-D1F3-4B34-BB10-29EB49E1F9B9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259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2B215-0FA3-421D-89FE-F724A12698A5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297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CB7AB-D6F3-40C4-B2C5-B83B3A78AAC3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0352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E7D0-BD16-4E55-8949-2C5696D4369C}" type="datetime1">
              <a:rPr lang="en-US" altLang="zh-CN" smtClean="0"/>
              <a:t>10/28/20 (Wed)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92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BFA47F-D20A-42F7-B9D4-56288FF3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E8704-3A8F-4ACE-AC88-93D5E76D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B47D8-4511-4ECA-BD7C-6386C33E3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iraginoKaku-Mono W3" panose="020B0409000000000000" pitchFamily="49" charset="-128"/>
                <a:ea typeface="HiraginoKaku-Mono W3" panose="020B0409000000000000" pitchFamily="49" charset="-128"/>
              </a:defRPr>
            </a:lvl1pPr>
          </a:lstStyle>
          <a:p>
            <a:fld id="{AFC69516-C28B-4769-A119-F0359CD01CEE}" type="datetime1">
              <a:rPr lang="en-US" altLang="zh-CN" smtClean="0"/>
              <a:pPr/>
              <a:t>10/28/20 (Wed)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6F570-A306-4B0E-8AE6-EFD74D480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iraginoKaku-Mono W3" panose="020B0409000000000000" pitchFamily="49" charset="-128"/>
                <a:ea typeface="HiraginoKaku-Mono W3" panose="020B0409000000000000" pitchFamily="49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BE0F4-29C0-40ED-85F6-2C93436F5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iraginoKaku-Mono W3" panose="020B0409000000000000" pitchFamily="49" charset="-128"/>
                <a:ea typeface="HiraginoKaku-Mono W3" panose="020B0409000000000000" pitchFamily="49" charset="-128"/>
              </a:defRPr>
            </a:lvl1pPr>
          </a:lstStyle>
          <a:p>
            <a:fld id="{3A8597C8-B884-4AA8-A95F-C6CB76BAD9E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260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/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iraginoKaku-Mono W3" panose="020B0409000000000000" pitchFamily="49" charset="-128"/>
          <a:ea typeface="HiraginoKaku-Mono W3" panose="020B0409000000000000" pitchFamily="49" charset="-128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iraginoKaku-Mono W3" panose="020B0409000000000000" pitchFamily="49" charset="-128"/>
          <a:ea typeface="HiraginoKaku-Mono W3" panose="020B0409000000000000" pitchFamily="49" charset="-128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iraginoKaku-Mono W3" panose="020B0409000000000000" pitchFamily="49" charset="-128"/>
          <a:ea typeface="HiraginoKaku-Mono W3" panose="020B0409000000000000" pitchFamily="49" charset="-128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iraginoKaku-Mono W3" panose="020B0409000000000000" pitchFamily="49" charset="-128"/>
          <a:ea typeface="HiraginoKaku-Mono W3" panose="020B0409000000000000" pitchFamily="49" charset="-128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iraginoKaku-Mono W3" panose="020B0409000000000000" pitchFamily="49" charset="-128"/>
          <a:ea typeface="HiraginoKaku-Mono W3" panose="020B0409000000000000" pitchFamily="49" charset="-128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iraginoKaku-Mono W3" panose="020B0409000000000000" pitchFamily="49" charset="-128"/>
          <a:ea typeface="HiraginoKaku-Mono W3" panose="020B0409000000000000" pitchFamily="49" charset="-128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iraginoKaku-Mono W3" panose="020B0409000000000000" pitchFamily="49" charset="-128"/>
              </a:defRPr>
            </a:lvl1pPr>
          </a:lstStyle>
          <a:p>
            <a:fld id="{AC1EA4AA-F6D1-4462-B1B9-9622818AE104}" type="datetime1">
              <a:rPr lang="en-US" altLang="zh-CN" smtClean="0"/>
              <a:pPr/>
              <a:t>10/28/20 (Wed)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iraginoKaku-Mono W3" panose="020B0409000000000000" pitchFamily="49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iraginoKaku-Mono W3" panose="020B0409000000000000" pitchFamily="49" charset="-128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608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iraginoKaku-Mono W3" panose="020B0409000000000000" pitchFamily="49" charset="-128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iraginoKaku-Mono W3" panose="020B0409000000000000" pitchFamily="49" charset="-128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iraginoKaku-Mono W3" panose="020B0409000000000000" pitchFamily="49" charset="-128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iraginoKaku-Mono W3" panose="020B0409000000000000" pitchFamily="49" charset="-128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iraginoKaku-Mono W3" panose="020B0409000000000000" pitchFamily="49" charset="-128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iraginoKaku-Mono W3" panose="020B0409000000000000" pitchFamily="49" charset="-128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Caution">
            <a:extLst>
              <a:ext uri="{FF2B5EF4-FFF2-40B4-BE49-F238E27FC236}">
                <a16:creationId xmlns:a16="http://schemas.microsoft.com/office/drawing/2014/main" id="{FBECA199-AF4B-4D93-9F24-2CFCE005D3BF}"/>
              </a:ext>
            </a:extLst>
          </p:cNvPr>
          <p:cNvSpPr txBox="1"/>
          <p:nvPr/>
        </p:nvSpPr>
        <p:spPr>
          <a:xfrm>
            <a:off x="1901067" y="1843951"/>
            <a:ext cx="83898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方正韵动粗黑_GBK" panose="02000000000000000000" pitchFamily="2" charset="-122"/>
              </a:rPr>
              <a:t>注意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方正韵动粗黑_GBK" panose="02000000000000000000" pitchFamily="2" charset="-122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+mn-cs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必须使用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MS PowerPoint 2019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放映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+mn-cs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全自动放映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请勿手动干预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+mn-cs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请打开声音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+mn-cs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本作品禁止商用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AAA773-D4F4-4FA2-8725-03910C70DF54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77E112B-42E6-4EE0-899A-FC3176AC35D0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7" name="文本框 16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BEF8FE2A-E66C-4053-8A6B-4E7522F0C22D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DB1CBEEE-2F7C-4255-98B0-99335024D4F0}"/>
              </a:ext>
            </a:extLst>
          </p:cNvPr>
          <p:cNvSpPr txBox="1"/>
          <p:nvPr/>
        </p:nvSpPr>
        <p:spPr>
          <a:xfrm>
            <a:off x="0" y="6149000"/>
            <a:ext cx="2228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中文（简体）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+mn-cs"/>
              </a:rPr>
              <a:t>Chinese (Simplified)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0"/>
                </a:prstClr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</a:t>
            </a:r>
          </a:p>
        </p:txBody>
      </p:sp>
    </p:spTree>
    <p:extLst>
      <p:ext uri="{BB962C8B-B14F-4D97-AF65-F5344CB8AC3E}">
        <p14:creationId xmlns:p14="http://schemas.microsoft.com/office/powerpoint/2010/main" val="348146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6000">
        <p:sndAc>
          <p:endSnd/>
        </p:sndAc>
      </p:transition>
    </mc:Choice>
    <mc:Fallback xmlns="">
      <p:transition advClick="0" advTm="6000">
        <p:sndAc>
          <p:endSnd/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23" grpId="0"/>
      <p:bldP spid="23" grpId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A3C24A-3D2E-44A0-964F-16362563F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7620000"/>
          </a:xfrm>
          <a:prstGeom prst="rect">
            <a:avLst/>
          </a:prstGeom>
          <a:solidFill>
            <a:srgbClr val="7030A0"/>
          </a:solidFill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27AD8FE-0BC0-455F-B555-F6648433F8FB}"/>
              </a:ext>
            </a:extLst>
          </p:cNvPr>
          <p:cNvSpPr txBox="1"/>
          <p:nvPr/>
        </p:nvSpPr>
        <p:spPr>
          <a:xfrm>
            <a:off x="0" y="6611779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E2DFE6A-1D83-4DE9-B02F-6474C3FA9911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75EEE70-B9F9-4D05-893E-004D807DE247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30" name="文本框 29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6F214D59-38D3-4F49-A194-D1A33BA92FEF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cxnSp>
        <p:nvCxnSpPr>
          <p:cNvPr id="38" name="Line 4">
            <a:extLst>
              <a:ext uri="{FF2B5EF4-FFF2-40B4-BE49-F238E27FC236}">
                <a16:creationId xmlns:a16="http://schemas.microsoft.com/office/drawing/2014/main" id="{9DD1FE5F-1431-48FC-9EC6-222AD79CCC24}"/>
              </a:ext>
            </a:extLst>
          </p:cNvPr>
          <p:cNvCxnSpPr>
            <a:cxnSpLocks/>
          </p:cNvCxnSpPr>
          <p:nvPr/>
        </p:nvCxnSpPr>
        <p:spPr>
          <a:xfrm>
            <a:off x="6094800" y="3429000"/>
            <a:ext cx="0" cy="1440000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ne 3">
            <a:extLst>
              <a:ext uri="{FF2B5EF4-FFF2-40B4-BE49-F238E27FC236}">
                <a16:creationId xmlns:a16="http://schemas.microsoft.com/office/drawing/2014/main" id="{FE1A3A95-D98D-4103-AA8A-0AC072D978A6}"/>
              </a:ext>
            </a:extLst>
          </p:cNvPr>
          <p:cNvCxnSpPr>
            <a:cxnSpLocks/>
          </p:cNvCxnSpPr>
          <p:nvPr/>
        </p:nvCxnSpPr>
        <p:spPr>
          <a:xfrm>
            <a:off x="6094800" y="-10972800"/>
            <a:ext cx="0" cy="1440000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ne 2">
            <a:extLst>
              <a:ext uri="{FF2B5EF4-FFF2-40B4-BE49-F238E27FC236}">
                <a16:creationId xmlns:a16="http://schemas.microsoft.com/office/drawing/2014/main" id="{3035B574-9529-4939-ACBA-C3DA078E5E8A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14400000" cy="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1">
            <a:extLst>
              <a:ext uri="{FF2B5EF4-FFF2-40B4-BE49-F238E27FC236}">
                <a16:creationId xmlns:a16="http://schemas.microsoft.com/office/drawing/2014/main" id="{90977D7D-F014-4316-A3E5-2F8B1D0E1B3C}"/>
              </a:ext>
            </a:extLst>
          </p:cNvPr>
          <p:cNvCxnSpPr>
            <a:cxnSpLocks/>
          </p:cNvCxnSpPr>
          <p:nvPr/>
        </p:nvCxnSpPr>
        <p:spPr>
          <a:xfrm>
            <a:off x="-8301600" y="3429000"/>
            <a:ext cx="14400000" cy="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Aim">
            <a:extLst>
              <a:ext uri="{FF2B5EF4-FFF2-40B4-BE49-F238E27FC236}">
                <a16:creationId xmlns:a16="http://schemas.microsoft.com/office/drawing/2014/main" id="{334373F6-4A60-42C2-AE8B-5C5235FDB047}"/>
              </a:ext>
            </a:extLst>
          </p:cNvPr>
          <p:cNvSpPr/>
          <p:nvPr/>
        </p:nvSpPr>
        <p:spPr>
          <a:xfrm>
            <a:off x="5916000" y="3249000"/>
            <a:ext cx="360000" cy="360000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>
            <a:outerShdw blurRad="635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144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A3C24A-3D2E-44A0-964F-16362563F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7620000"/>
          </a:xfrm>
          <a:prstGeom prst="rect">
            <a:avLst/>
          </a:prstGeom>
          <a:solidFill>
            <a:srgbClr val="7030A0"/>
          </a:solidFill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27AD8FE-0BC0-455F-B555-F6648433F8FB}"/>
              </a:ext>
            </a:extLst>
          </p:cNvPr>
          <p:cNvSpPr txBox="1"/>
          <p:nvPr/>
        </p:nvSpPr>
        <p:spPr>
          <a:xfrm>
            <a:off x="0" y="6611779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E2DFE6A-1D83-4DE9-B02F-6474C3FA9911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75EEE70-B9F9-4D05-893E-004D807DE247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30" name="文本框 29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6F214D59-38D3-4F49-A194-D1A33BA92FEF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cxnSp>
        <p:nvCxnSpPr>
          <p:cNvPr id="38" name="Line 4">
            <a:extLst>
              <a:ext uri="{FF2B5EF4-FFF2-40B4-BE49-F238E27FC236}">
                <a16:creationId xmlns:a16="http://schemas.microsoft.com/office/drawing/2014/main" id="{9DD1FE5F-1431-48FC-9EC6-222AD79CCC24}"/>
              </a:ext>
            </a:extLst>
          </p:cNvPr>
          <p:cNvCxnSpPr>
            <a:cxnSpLocks/>
          </p:cNvCxnSpPr>
          <p:nvPr/>
        </p:nvCxnSpPr>
        <p:spPr>
          <a:xfrm>
            <a:off x="1509350" y="1748122"/>
            <a:ext cx="0" cy="1440000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ne 3">
            <a:extLst>
              <a:ext uri="{FF2B5EF4-FFF2-40B4-BE49-F238E27FC236}">
                <a16:creationId xmlns:a16="http://schemas.microsoft.com/office/drawing/2014/main" id="{FE1A3A95-D98D-4103-AA8A-0AC072D978A6}"/>
              </a:ext>
            </a:extLst>
          </p:cNvPr>
          <p:cNvCxnSpPr>
            <a:cxnSpLocks/>
          </p:cNvCxnSpPr>
          <p:nvPr/>
        </p:nvCxnSpPr>
        <p:spPr>
          <a:xfrm>
            <a:off x="1509350" y="-12650400"/>
            <a:ext cx="0" cy="1440000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ne 2">
            <a:extLst>
              <a:ext uri="{FF2B5EF4-FFF2-40B4-BE49-F238E27FC236}">
                <a16:creationId xmlns:a16="http://schemas.microsoft.com/office/drawing/2014/main" id="{3035B574-9529-4939-ACBA-C3DA078E5E8A}"/>
              </a:ext>
            </a:extLst>
          </p:cNvPr>
          <p:cNvCxnSpPr>
            <a:cxnSpLocks/>
          </p:cNvCxnSpPr>
          <p:nvPr/>
        </p:nvCxnSpPr>
        <p:spPr>
          <a:xfrm>
            <a:off x="1510550" y="1748122"/>
            <a:ext cx="14400000" cy="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1">
            <a:extLst>
              <a:ext uri="{FF2B5EF4-FFF2-40B4-BE49-F238E27FC236}">
                <a16:creationId xmlns:a16="http://schemas.microsoft.com/office/drawing/2014/main" id="{90977D7D-F014-4316-A3E5-2F8B1D0E1B3C}"/>
              </a:ext>
            </a:extLst>
          </p:cNvPr>
          <p:cNvCxnSpPr>
            <a:cxnSpLocks/>
          </p:cNvCxnSpPr>
          <p:nvPr/>
        </p:nvCxnSpPr>
        <p:spPr>
          <a:xfrm>
            <a:off x="-12884400" y="1748122"/>
            <a:ext cx="14400000" cy="0"/>
          </a:xfrm>
          <a:prstGeom prst="line">
            <a:avLst/>
          </a:prstGeom>
          <a:ln w="12700">
            <a:solidFill>
              <a:srgbClr val="FF0000"/>
            </a:solidFill>
          </a:ln>
          <a:effectLst>
            <a:outerShdw blurRad="63500" algn="ctr" rotWithShape="0">
              <a:srgbClr val="FF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Aim">
            <a:extLst>
              <a:ext uri="{FF2B5EF4-FFF2-40B4-BE49-F238E27FC236}">
                <a16:creationId xmlns:a16="http://schemas.microsoft.com/office/drawing/2014/main" id="{334373F6-4A60-42C2-AE8B-5C5235FDB047}"/>
              </a:ext>
            </a:extLst>
          </p:cNvPr>
          <p:cNvSpPr/>
          <p:nvPr/>
        </p:nvSpPr>
        <p:spPr>
          <a:xfrm>
            <a:off x="1330550" y="1568122"/>
            <a:ext cx="360000" cy="360000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>
            <a:outerShdw blurRad="635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982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250">
        <p159:morph option="byChar"/>
      </p:transition>
    </mc:Choice>
    <mc:Fallback xmlns="">
      <p:transition spd="slow" advClick="0" advTm="25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A3C24A-3D2E-44A0-964F-16362563F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7620000"/>
          </a:xfrm>
          <a:prstGeom prst="rect">
            <a:avLst/>
          </a:prstGeom>
          <a:solidFill>
            <a:srgbClr val="7030A0"/>
          </a:solidFill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0551CDD-0D0C-4B0B-BC62-1519C823FA72}"/>
              </a:ext>
            </a:extLst>
          </p:cNvPr>
          <p:cNvSpPr/>
          <p:nvPr/>
        </p:nvSpPr>
        <p:spPr>
          <a:xfrm>
            <a:off x="815021" y="2057591"/>
            <a:ext cx="5400000" cy="3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dist="38100" dir="2700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iraginoKaku-Mono W3" panose="020B0409000000000000" pitchFamily="49" charset="-128"/>
              <a:ea typeface="HiraginoKaku-Mono W3" panose="020B0409000000000000" pitchFamily="49" charset="-128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9F6053-5796-4CBC-A810-234FBBB2E79A}"/>
              </a:ext>
            </a:extLst>
          </p:cNvPr>
          <p:cNvSpPr txBox="1"/>
          <p:nvPr/>
        </p:nvSpPr>
        <p:spPr>
          <a:xfrm>
            <a:off x="1166918" y="1463414"/>
            <a:ext cx="11699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Ｔ Ｋ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AFFD39-E06C-4EFA-92B5-83D9B2AA0921}"/>
              </a:ext>
            </a:extLst>
          </p:cNvPr>
          <p:cNvSpPr txBox="1"/>
          <p:nvPr/>
        </p:nvSpPr>
        <p:spPr>
          <a:xfrm>
            <a:off x="2184453" y="1463414"/>
            <a:ext cx="11699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映 画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859F5B-9E8E-441F-B9B6-FE5797425A70}"/>
              </a:ext>
            </a:extLst>
          </p:cNvPr>
          <p:cNvSpPr txBox="1"/>
          <p:nvPr/>
        </p:nvSpPr>
        <p:spPr>
          <a:xfrm>
            <a:off x="3134115" y="1463414"/>
            <a:ext cx="1807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工 作 室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610EAE-17C5-42BA-AA2F-A523280713FD}"/>
              </a:ext>
            </a:extLst>
          </p:cNvPr>
          <p:cNvSpPr txBox="1"/>
          <p:nvPr/>
        </p:nvSpPr>
        <p:spPr>
          <a:xfrm>
            <a:off x="4770964" y="1463413"/>
            <a:ext cx="541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作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CD2B7D-8722-4FFC-8149-2E817C59B5AD}"/>
              </a:ext>
            </a:extLst>
          </p:cNvPr>
          <p:cNvSpPr txBox="1"/>
          <p:nvPr/>
        </p:nvSpPr>
        <p:spPr>
          <a:xfrm>
            <a:off x="5266572" y="1463413"/>
            <a:ext cx="541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品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E92242-4913-4FB7-B9A4-F8BCD11279EA}"/>
              </a:ext>
            </a:extLst>
          </p:cNvPr>
          <p:cNvSpPr txBox="1"/>
          <p:nvPr/>
        </p:nvSpPr>
        <p:spPr>
          <a:xfrm>
            <a:off x="1260000" y="2151286"/>
            <a:ext cx="108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SAM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D108E6-658D-479D-81E6-D13145EF34D7}"/>
              </a:ext>
            </a:extLst>
          </p:cNvPr>
          <p:cNvSpPr txBox="1"/>
          <p:nvPr/>
        </p:nvSpPr>
        <p:spPr>
          <a:xfrm>
            <a:off x="2232000" y="2151286"/>
            <a:ext cx="108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TOKI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1DA63D-7DF2-4031-B4F0-9ADB7A79892D}"/>
              </a:ext>
            </a:extLst>
          </p:cNvPr>
          <p:cNvSpPr txBox="1"/>
          <p:nvPr/>
        </p:nvSpPr>
        <p:spPr>
          <a:xfrm>
            <a:off x="3240000" y="2151286"/>
            <a:ext cx="108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FILM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786DD1-A70C-45A4-B574-C43931A8AA18}"/>
              </a:ext>
            </a:extLst>
          </p:cNvPr>
          <p:cNvSpPr txBox="1"/>
          <p:nvPr/>
        </p:nvSpPr>
        <p:spPr>
          <a:xfrm>
            <a:off x="4176000" y="2154599"/>
            <a:ext cx="162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STUDIO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27AD8FE-0BC0-455F-B555-F6648433F8FB}"/>
              </a:ext>
            </a:extLst>
          </p:cNvPr>
          <p:cNvSpPr txBox="1"/>
          <p:nvPr/>
        </p:nvSpPr>
        <p:spPr>
          <a:xfrm>
            <a:off x="0" y="6611779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  |  Music by MONACA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5189861-45C4-4552-A68D-A70E91783F91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F2F3AC5-800A-4406-B380-F71402A88F86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41" name="文本框 40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BF45E859-D549-4985-B0EF-EBA79788AF20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32" name="文本框 STS旗下工作室">
            <a:extLst>
              <a:ext uri="{FF2B5EF4-FFF2-40B4-BE49-F238E27FC236}">
                <a16:creationId xmlns:a16="http://schemas.microsoft.com/office/drawing/2014/main" id="{2FF9A773-12B4-4B59-970F-F6CB8E9C6EDD}"/>
              </a:ext>
            </a:extLst>
          </p:cNvPr>
          <p:cNvSpPr txBox="1"/>
          <p:nvPr/>
        </p:nvSpPr>
        <p:spPr>
          <a:xfrm>
            <a:off x="539999" y="360000"/>
            <a:ext cx="3600000" cy="36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旗下工作室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Sound Effect from HaiyoreNyarukosanW [B]">
            <a:hlinkClick r:id="" action="ppaction://media"/>
            <a:extLst>
              <a:ext uri="{FF2B5EF4-FFF2-40B4-BE49-F238E27FC236}">
                <a16:creationId xmlns:a16="http://schemas.microsoft.com/office/drawing/2014/main" id="{48EDFF64-7C9D-4045-8F66-5FF2F68134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" y="0"/>
            <a:ext cx="492125" cy="4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7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>
        <p:sndAc>
          <p:endSnd/>
        </p:sndAc>
      </p:transition>
    </mc:Choice>
    <mc:Fallback xmlns="">
      <p:transition advClick="0" advTm="5000">
        <p:sndAc>
          <p:endSnd/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4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4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4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42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1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8" fill="hold" grpId="0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  <p:bldLst>
      <p:bldP spid="11" grpId="0" animBg="1"/>
      <p:bldP spid="11" grpId="1" animBg="1"/>
      <p:bldP spid="4" grpId="0"/>
      <p:bldP spid="4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32" grpId="0"/>
      <p:bldP spid="3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0AC59BA-CC71-44FA-8BC7-73F0330D8A9F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4F38BAC-ACBC-489F-9984-3053A08C14B7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 dirty="0">
                <a:latin typeface="HiraginoKaku-Mono W3" panose="020B0409000000000000" pitchFamily="49" charset="-128"/>
                <a:ea typeface="HiraginoKaku-Mono W3" panose="020B0409000000000000" pitchFamily="49" charset="-128"/>
              </a:endParaRPr>
            </a:p>
          </p:txBody>
        </p:sp>
        <p:sp>
          <p:nvSpPr>
            <p:cNvPr id="15" name="文本框 14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97A66595-2F70-4E13-B7F2-B3A67848FB97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lang="zh-CN" altLang="en-US" sz="1100" dirty="0">
                <a:solidFill>
                  <a:schemeClr val="bg1"/>
                </a:solidFill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63CF3CC4-92EF-4FBC-A9D8-96599287878D}"/>
              </a:ext>
            </a:extLst>
          </p:cNvPr>
          <p:cNvSpPr txBox="1"/>
          <p:nvPr/>
        </p:nvSpPr>
        <p:spPr>
          <a:xfrm>
            <a:off x="0" y="6611779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alpha val="30000"/>
                  </a:schemeClr>
                </a:solidFill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4069900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0"/>
    </mc:Choice>
    <mc:Fallback xmlns="">
      <p:transition advClick="0" advTm="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2400" i="0" u="none" strike="noStrike" kern="1200" cap="none" spc="0" normalizeH="0" baseline="0" noProof="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uLnTx/>
                <a:uFillTx/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PPT National Flags Animation v1.10</a:t>
            </a:r>
            <a:r>
              <a:rPr kumimoji="0" lang="en-US" altLang="zh-CN" sz="2400" i="0" u="none" strike="noStrike" kern="1200" cap="none" spc="0" normalizeH="0" noProof="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uLnTx/>
                <a:uFillTx/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10/28/2020</a:t>
            </a:r>
            <a:endParaRPr lang="en-US" altLang="zh-CN" sz="240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latin typeface="Avenir Next LT Pro" panose="020B0504020202020204" pitchFamily="34" charset="0"/>
              <a:ea typeface="DFPHeiMedium-B5" panose="020B0500000000000000" pitchFamily="34" charset="-122"/>
              <a:cs typeface="方正韵动粗黑_GBK" panose="02000000000000000000" pitchFamily="2" charset="-122"/>
            </a:endParaRP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世界主要国家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,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地区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,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组织旗帜动画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Avenir Next LT Pro" panose="020B0504020202020204" pitchFamily="34" charset="0"/>
              <a:ea typeface="DFPHeiMedium-B5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182170269"/>
      </p:ext>
    </p:extLst>
  </p:cSld>
  <p:clrMapOvr>
    <a:masterClrMapping/>
  </p:clrMapOvr>
  <p:transition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-3280" y="2889000"/>
            <a:ext cx="12195280" cy="1080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5556000" y="0"/>
            <a:ext cx="1080000" cy="6856886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0" name="Triangle 1">
            <a:extLst>
              <a:ext uri="{FF2B5EF4-FFF2-40B4-BE49-F238E27FC236}">
                <a16:creationId xmlns:a16="http://schemas.microsoft.com/office/drawing/2014/main" id="{F97B4B77-B783-45B1-9805-B26C17D9E3B5}"/>
              </a:ext>
            </a:extLst>
          </p:cNvPr>
          <p:cNvSpPr/>
          <p:nvPr/>
        </p:nvSpPr>
        <p:spPr>
          <a:xfrm flipV="1">
            <a:off x="7012909" y="0"/>
            <a:ext cx="4140000" cy="2376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Triangle 2">
            <a:extLst>
              <a:ext uri="{FF2B5EF4-FFF2-40B4-BE49-F238E27FC236}">
                <a16:creationId xmlns:a16="http://schemas.microsoft.com/office/drawing/2014/main" id="{632EA5ED-89F6-4A16-81B1-3C292BA0EB84}"/>
              </a:ext>
            </a:extLst>
          </p:cNvPr>
          <p:cNvSpPr/>
          <p:nvPr/>
        </p:nvSpPr>
        <p:spPr>
          <a:xfrm flipH="1">
            <a:off x="9312000" y="882317"/>
            <a:ext cx="2880000" cy="1657514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Triangle 3">
            <a:extLst>
              <a:ext uri="{FF2B5EF4-FFF2-40B4-BE49-F238E27FC236}">
                <a16:creationId xmlns:a16="http://schemas.microsoft.com/office/drawing/2014/main" id="{F2DF7EF9-B3D5-447D-B471-F388A85F46AB}"/>
              </a:ext>
            </a:extLst>
          </p:cNvPr>
          <p:cNvSpPr/>
          <p:nvPr/>
        </p:nvSpPr>
        <p:spPr>
          <a:xfrm flipH="1" flipV="1">
            <a:off x="9312000" y="4317258"/>
            <a:ext cx="2880000" cy="1657514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2" name="Triangle 4">
            <a:extLst>
              <a:ext uri="{FF2B5EF4-FFF2-40B4-BE49-F238E27FC236}">
                <a16:creationId xmlns:a16="http://schemas.microsoft.com/office/drawing/2014/main" id="{D1EB520C-C68E-4249-ACCC-BE66281F9E19}"/>
              </a:ext>
            </a:extLst>
          </p:cNvPr>
          <p:cNvSpPr/>
          <p:nvPr/>
        </p:nvSpPr>
        <p:spPr>
          <a:xfrm>
            <a:off x="7012909" y="4482000"/>
            <a:ext cx="4140000" cy="2376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4" name="Triangle 5">
            <a:extLst>
              <a:ext uri="{FF2B5EF4-FFF2-40B4-BE49-F238E27FC236}">
                <a16:creationId xmlns:a16="http://schemas.microsoft.com/office/drawing/2014/main" id="{6B34958E-6581-4164-B99F-E0C83E2EA50A}"/>
              </a:ext>
            </a:extLst>
          </p:cNvPr>
          <p:cNvSpPr/>
          <p:nvPr/>
        </p:nvSpPr>
        <p:spPr>
          <a:xfrm flipH="1">
            <a:off x="1041055" y="4482000"/>
            <a:ext cx="4140000" cy="2376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Triangle 6">
            <a:extLst>
              <a:ext uri="{FF2B5EF4-FFF2-40B4-BE49-F238E27FC236}">
                <a16:creationId xmlns:a16="http://schemas.microsoft.com/office/drawing/2014/main" id="{D9B8E0C4-2102-47AE-BE57-EC2B121E0B43}"/>
              </a:ext>
            </a:extLst>
          </p:cNvPr>
          <p:cNvSpPr/>
          <p:nvPr/>
        </p:nvSpPr>
        <p:spPr>
          <a:xfrm flipV="1">
            <a:off x="0" y="4317258"/>
            <a:ext cx="2880000" cy="1657514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Triangle 7">
            <a:extLst>
              <a:ext uri="{FF2B5EF4-FFF2-40B4-BE49-F238E27FC236}">
                <a16:creationId xmlns:a16="http://schemas.microsoft.com/office/drawing/2014/main" id="{DB723480-AC33-4E47-9DBB-6E520D5A9DD2}"/>
              </a:ext>
            </a:extLst>
          </p:cNvPr>
          <p:cNvSpPr/>
          <p:nvPr/>
        </p:nvSpPr>
        <p:spPr>
          <a:xfrm>
            <a:off x="0" y="883228"/>
            <a:ext cx="2880000" cy="1657514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8" name="Triangle 8">
            <a:extLst>
              <a:ext uri="{FF2B5EF4-FFF2-40B4-BE49-F238E27FC236}">
                <a16:creationId xmlns:a16="http://schemas.microsoft.com/office/drawing/2014/main" id="{70F8C60C-BAB6-44FA-BFCA-898A422811F1}"/>
              </a:ext>
            </a:extLst>
          </p:cNvPr>
          <p:cNvSpPr/>
          <p:nvPr/>
        </p:nvSpPr>
        <p:spPr>
          <a:xfrm flipH="1" flipV="1">
            <a:off x="1039091" y="-2"/>
            <a:ext cx="4140000" cy="2376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7" name="Parallelogram 1">
            <a:extLst>
              <a:ext uri="{FF2B5EF4-FFF2-40B4-BE49-F238E27FC236}">
                <a16:creationId xmlns:a16="http://schemas.microsoft.com/office/drawing/2014/main" id="{52CEE331-58F1-4717-8450-A17DDE622228}"/>
              </a:ext>
            </a:extLst>
          </p:cNvPr>
          <p:cNvSpPr/>
          <p:nvPr/>
        </p:nvSpPr>
        <p:spPr>
          <a:xfrm>
            <a:off x="7010944" y="1"/>
            <a:ext cx="5181055" cy="2536404"/>
          </a:xfrm>
          <a:prstGeom prst="parallelogram">
            <a:avLst>
              <a:gd name="adj" fmla="val 172920"/>
            </a:avLst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37" name="Group 2">
            <a:extLst>
              <a:ext uri="{FF2B5EF4-FFF2-40B4-BE49-F238E27FC236}">
                <a16:creationId xmlns:a16="http://schemas.microsoft.com/office/drawing/2014/main" id="{BCEE0933-23E6-4D9A-9B9D-A34B8E414BCD}"/>
              </a:ext>
            </a:extLst>
          </p:cNvPr>
          <p:cNvGrpSpPr/>
          <p:nvPr/>
        </p:nvGrpSpPr>
        <p:grpSpPr>
          <a:xfrm>
            <a:off x="8274627" y="4317258"/>
            <a:ext cx="3920654" cy="2260308"/>
            <a:chOff x="8274627" y="4317258"/>
            <a:chExt cx="3920654" cy="2260308"/>
          </a:xfrm>
        </p:grpSpPr>
        <p:sp>
          <p:nvSpPr>
            <p:cNvPr id="31" name="Parallelogram 2">
              <a:extLst>
                <a:ext uri="{FF2B5EF4-FFF2-40B4-BE49-F238E27FC236}">
                  <a16:creationId xmlns:a16="http://schemas.microsoft.com/office/drawing/2014/main" id="{78B31B0F-A298-4F6F-AB19-B0ED8250053C}"/>
                </a:ext>
              </a:extLst>
            </p:cNvPr>
            <p:cNvSpPr/>
            <p:nvPr/>
          </p:nvSpPr>
          <p:spPr>
            <a:xfrm flipH="1">
              <a:off x="8274627" y="4317258"/>
              <a:ext cx="3920654" cy="1788260"/>
            </a:xfrm>
            <a:prstGeom prst="parallelogram">
              <a:avLst>
                <a:gd name="adj" fmla="val 173568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5" name="Triangle 9">
              <a:extLst>
                <a:ext uri="{FF2B5EF4-FFF2-40B4-BE49-F238E27FC236}">
                  <a16:creationId xmlns:a16="http://schemas.microsoft.com/office/drawing/2014/main" id="{18D5D1E6-0970-4733-BAA5-D3A684C7E56C}"/>
                </a:ext>
              </a:extLst>
            </p:cNvPr>
            <p:cNvSpPr/>
            <p:nvPr/>
          </p:nvSpPr>
          <p:spPr>
            <a:xfrm flipH="1" flipV="1">
              <a:off x="11371795" y="6105518"/>
              <a:ext cx="820204" cy="472048"/>
            </a:xfrm>
            <a:prstGeom prst="rtTriangle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9" name="Parallelogram 3">
            <a:extLst>
              <a:ext uri="{FF2B5EF4-FFF2-40B4-BE49-F238E27FC236}">
                <a16:creationId xmlns:a16="http://schemas.microsoft.com/office/drawing/2014/main" id="{4FD73669-283B-40DD-A961-17FEC864AEF4}"/>
              </a:ext>
            </a:extLst>
          </p:cNvPr>
          <p:cNvSpPr/>
          <p:nvPr/>
        </p:nvSpPr>
        <p:spPr>
          <a:xfrm>
            <a:off x="0" y="4321596"/>
            <a:ext cx="5181055" cy="2536404"/>
          </a:xfrm>
          <a:prstGeom prst="parallelogram">
            <a:avLst>
              <a:gd name="adj" fmla="val 172920"/>
            </a:avLst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440BA1D0-232E-49F3-B075-2EF77E093C83}"/>
              </a:ext>
            </a:extLst>
          </p:cNvPr>
          <p:cNvGrpSpPr/>
          <p:nvPr/>
        </p:nvGrpSpPr>
        <p:grpSpPr>
          <a:xfrm>
            <a:off x="-3281" y="278296"/>
            <a:ext cx="3920654" cy="2258109"/>
            <a:chOff x="-3281" y="278296"/>
            <a:chExt cx="3920654" cy="2258109"/>
          </a:xfrm>
        </p:grpSpPr>
        <p:sp>
          <p:nvSpPr>
            <p:cNvPr id="25" name="Parallelogram 4">
              <a:extLst>
                <a:ext uri="{FF2B5EF4-FFF2-40B4-BE49-F238E27FC236}">
                  <a16:creationId xmlns:a16="http://schemas.microsoft.com/office/drawing/2014/main" id="{D4A84030-D242-4753-A7FB-51E13BFB2EE8}"/>
                </a:ext>
              </a:extLst>
            </p:cNvPr>
            <p:cNvSpPr/>
            <p:nvPr/>
          </p:nvSpPr>
          <p:spPr>
            <a:xfrm flipH="1">
              <a:off x="-3281" y="748145"/>
              <a:ext cx="3920654" cy="1788260"/>
            </a:xfrm>
            <a:prstGeom prst="parallelogram">
              <a:avLst>
                <a:gd name="adj" fmla="val 173568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3" name="Triangle 10">
              <a:extLst>
                <a:ext uri="{FF2B5EF4-FFF2-40B4-BE49-F238E27FC236}">
                  <a16:creationId xmlns:a16="http://schemas.microsoft.com/office/drawing/2014/main" id="{B2C25CA7-603D-4553-B092-EAD2E4306D1D}"/>
                </a:ext>
              </a:extLst>
            </p:cNvPr>
            <p:cNvSpPr/>
            <p:nvPr/>
          </p:nvSpPr>
          <p:spPr>
            <a:xfrm>
              <a:off x="-3281" y="278296"/>
              <a:ext cx="820204" cy="472048"/>
            </a:xfrm>
            <a:prstGeom prst="rtTriangle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United Kingdom of Great Britain and Northern Ireland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大不列颠及北爱尔兰联合王国（英国）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296023789"/>
      </p:ext>
    </p:extLst>
  </p:cSld>
  <p:clrMapOvr>
    <a:masterClrMapping/>
  </p:clrMapOvr>
  <p:transition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6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9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0" grpId="0" animBg="1"/>
      <p:bldP spid="6" grpId="0" animBg="1"/>
      <p:bldP spid="14" grpId="0" animBg="1"/>
      <p:bldP spid="22" grpId="0" animBg="1"/>
      <p:bldP spid="24" grpId="0" animBg="1"/>
      <p:bldP spid="5" grpId="0" animBg="1"/>
      <p:bldP spid="4" grpId="0" animBg="1"/>
      <p:bldP spid="18" grpId="0" animBg="1"/>
      <p:bldP spid="27" grpId="0" animBg="1"/>
      <p:bldP spid="29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9999">
            <a:extLst>
              <a:ext uri="{FF2B5EF4-FFF2-40B4-BE49-F238E27FC236}">
                <a16:creationId xmlns:a16="http://schemas.microsoft.com/office/drawing/2014/main" id="{C1CD4A76-0070-4CB4-B08F-91211A67F5AA}"/>
              </a:ext>
            </a:extLst>
          </p:cNvPr>
          <p:cNvGrpSpPr/>
          <p:nvPr/>
        </p:nvGrpSpPr>
        <p:grpSpPr>
          <a:xfrm>
            <a:off x="-3281" y="-2"/>
            <a:ext cx="12198562" cy="6858002"/>
            <a:chOff x="-3281" y="-2"/>
            <a:chExt cx="12198562" cy="685800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A2A196-5899-4ACB-8FD4-69AC4813684E}"/>
                </a:ext>
              </a:extLst>
            </p:cNvPr>
            <p:cNvSpPr/>
            <p:nvPr/>
          </p:nvSpPr>
          <p:spPr>
            <a:xfrm>
              <a:off x="-3280" y="2889000"/>
              <a:ext cx="12195280" cy="1080000"/>
            </a:xfrm>
            <a:prstGeom prst="rect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930D4D3-977F-49EA-A977-DE168AC16244}"/>
                </a:ext>
              </a:extLst>
            </p:cNvPr>
            <p:cNvSpPr/>
            <p:nvPr/>
          </p:nvSpPr>
          <p:spPr>
            <a:xfrm>
              <a:off x="5556000" y="0"/>
              <a:ext cx="1080000" cy="6856886"/>
            </a:xfrm>
            <a:prstGeom prst="rect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Triangle 1">
              <a:extLst>
                <a:ext uri="{FF2B5EF4-FFF2-40B4-BE49-F238E27FC236}">
                  <a16:creationId xmlns:a16="http://schemas.microsoft.com/office/drawing/2014/main" id="{F97B4B77-B783-45B1-9805-B26C17D9E3B5}"/>
                </a:ext>
              </a:extLst>
            </p:cNvPr>
            <p:cNvSpPr/>
            <p:nvPr/>
          </p:nvSpPr>
          <p:spPr>
            <a:xfrm flipV="1">
              <a:off x="7012909" y="0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Triangle 2">
              <a:extLst>
                <a:ext uri="{FF2B5EF4-FFF2-40B4-BE49-F238E27FC236}">
                  <a16:creationId xmlns:a16="http://schemas.microsoft.com/office/drawing/2014/main" id="{632EA5ED-89F6-4A16-81B1-3C292BA0EB84}"/>
                </a:ext>
              </a:extLst>
            </p:cNvPr>
            <p:cNvSpPr/>
            <p:nvPr/>
          </p:nvSpPr>
          <p:spPr>
            <a:xfrm flipH="1">
              <a:off x="9312000" y="882317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riangle 3">
              <a:extLst>
                <a:ext uri="{FF2B5EF4-FFF2-40B4-BE49-F238E27FC236}">
                  <a16:creationId xmlns:a16="http://schemas.microsoft.com/office/drawing/2014/main" id="{F2DF7EF9-B3D5-447D-B471-F388A85F46AB}"/>
                </a:ext>
              </a:extLst>
            </p:cNvPr>
            <p:cNvSpPr/>
            <p:nvPr/>
          </p:nvSpPr>
          <p:spPr>
            <a:xfrm flipH="1" flipV="1">
              <a:off x="9312000" y="4317258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Triangle 4">
              <a:extLst>
                <a:ext uri="{FF2B5EF4-FFF2-40B4-BE49-F238E27FC236}">
                  <a16:creationId xmlns:a16="http://schemas.microsoft.com/office/drawing/2014/main" id="{D1EB520C-C68E-4249-ACCC-BE66281F9E19}"/>
                </a:ext>
              </a:extLst>
            </p:cNvPr>
            <p:cNvSpPr/>
            <p:nvPr/>
          </p:nvSpPr>
          <p:spPr>
            <a:xfrm>
              <a:off x="7012909" y="4482000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Triangle 5">
              <a:extLst>
                <a:ext uri="{FF2B5EF4-FFF2-40B4-BE49-F238E27FC236}">
                  <a16:creationId xmlns:a16="http://schemas.microsoft.com/office/drawing/2014/main" id="{6B34958E-6581-4164-B99F-E0C83E2EA50A}"/>
                </a:ext>
              </a:extLst>
            </p:cNvPr>
            <p:cNvSpPr/>
            <p:nvPr/>
          </p:nvSpPr>
          <p:spPr>
            <a:xfrm flipH="1">
              <a:off x="1041055" y="4482000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" name="Triangle 6">
              <a:extLst>
                <a:ext uri="{FF2B5EF4-FFF2-40B4-BE49-F238E27FC236}">
                  <a16:creationId xmlns:a16="http://schemas.microsoft.com/office/drawing/2014/main" id="{D9B8E0C4-2102-47AE-BE57-EC2B121E0B43}"/>
                </a:ext>
              </a:extLst>
            </p:cNvPr>
            <p:cNvSpPr/>
            <p:nvPr/>
          </p:nvSpPr>
          <p:spPr>
            <a:xfrm flipV="1">
              <a:off x="0" y="4317258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" name="Triangle 7">
              <a:extLst>
                <a:ext uri="{FF2B5EF4-FFF2-40B4-BE49-F238E27FC236}">
                  <a16:creationId xmlns:a16="http://schemas.microsoft.com/office/drawing/2014/main" id="{DB723480-AC33-4E47-9DBB-6E520D5A9DD2}"/>
                </a:ext>
              </a:extLst>
            </p:cNvPr>
            <p:cNvSpPr/>
            <p:nvPr/>
          </p:nvSpPr>
          <p:spPr>
            <a:xfrm>
              <a:off x="0" y="883228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Triangle 8">
              <a:extLst>
                <a:ext uri="{FF2B5EF4-FFF2-40B4-BE49-F238E27FC236}">
                  <a16:creationId xmlns:a16="http://schemas.microsoft.com/office/drawing/2014/main" id="{70F8C60C-BAB6-44FA-BFCA-898A422811F1}"/>
                </a:ext>
              </a:extLst>
            </p:cNvPr>
            <p:cNvSpPr/>
            <p:nvPr/>
          </p:nvSpPr>
          <p:spPr>
            <a:xfrm flipH="1" flipV="1">
              <a:off x="1039091" y="-2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7" name="Parallelogram 1">
              <a:extLst>
                <a:ext uri="{FF2B5EF4-FFF2-40B4-BE49-F238E27FC236}">
                  <a16:creationId xmlns:a16="http://schemas.microsoft.com/office/drawing/2014/main" id="{52CEE331-58F1-4717-8450-A17DDE622228}"/>
                </a:ext>
              </a:extLst>
            </p:cNvPr>
            <p:cNvSpPr/>
            <p:nvPr/>
          </p:nvSpPr>
          <p:spPr>
            <a:xfrm>
              <a:off x="7010944" y="1"/>
              <a:ext cx="5181055" cy="2536404"/>
            </a:xfrm>
            <a:prstGeom prst="parallelogram">
              <a:avLst>
                <a:gd name="adj" fmla="val 172920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grpSp>
          <p:nvGrpSpPr>
            <p:cNvPr id="37" name="Group 2">
              <a:extLst>
                <a:ext uri="{FF2B5EF4-FFF2-40B4-BE49-F238E27FC236}">
                  <a16:creationId xmlns:a16="http://schemas.microsoft.com/office/drawing/2014/main" id="{BCEE0933-23E6-4D9A-9B9D-A34B8E414BCD}"/>
                </a:ext>
              </a:extLst>
            </p:cNvPr>
            <p:cNvGrpSpPr/>
            <p:nvPr/>
          </p:nvGrpSpPr>
          <p:grpSpPr>
            <a:xfrm>
              <a:off x="8274627" y="4317258"/>
              <a:ext cx="3920654" cy="2260308"/>
              <a:chOff x="8274627" y="4317258"/>
              <a:chExt cx="3920654" cy="2260308"/>
            </a:xfrm>
          </p:grpSpPr>
          <p:sp>
            <p:nvSpPr>
              <p:cNvPr id="31" name="Parallelogram 2">
                <a:extLst>
                  <a:ext uri="{FF2B5EF4-FFF2-40B4-BE49-F238E27FC236}">
                    <a16:creationId xmlns:a16="http://schemas.microsoft.com/office/drawing/2014/main" id="{78B31B0F-A298-4F6F-AB19-B0ED8250053C}"/>
                  </a:ext>
                </a:extLst>
              </p:cNvPr>
              <p:cNvSpPr/>
              <p:nvPr/>
            </p:nvSpPr>
            <p:spPr>
              <a:xfrm flipH="1">
                <a:off x="8274627" y="4317258"/>
                <a:ext cx="3920654" cy="1788260"/>
              </a:xfrm>
              <a:prstGeom prst="parallelogram">
                <a:avLst>
                  <a:gd name="adj" fmla="val 173568"/>
                </a:avLst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5" name="Triangle 9">
                <a:extLst>
                  <a:ext uri="{FF2B5EF4-FFF2-40B4-BE49-F238E27FC236}">
                    <a16:creationId xmlns:a16="http://schemas.microsoft.com/office/drawing/2014/main" id="{18D5D1E6-0970-4733-BAA5-D3A684C7E56C}"/>
                  </a:ext>
                </a:extLst>
              </p:cNvPr>
              <p:cNvSpPr/>
              <p:nvPr/>
            </p:nvSpPr>
            <p:spPr>
              <a:xfrm flipH="1" flipV="1">
                <a:off x="11371795" y="6105518"/>
                <a:ext cx="820204" cy="472048"/>
              </a:xfrm>
              <a:prstGeom prst="rtTriangle">
                <a:avLst/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</p:grpSp>
        <p:sp>
          <p:nvSpPr>
            <p:cNvPr id="29" name="Parallelogram 3">
              <a:extLst>
                <a:ext uri="{FF2B5EF4-FFF2-40B4-BE49-F238E27FC236}">
                  <a16:creationId xmlns:a16="http://schemas.microsoft.com/office/drawing/2014/main" id="{4FD73669-283B-40DD-A961-17FEC864AEF4}"/>
                </a:ext>
              </a:extLst>
            </p:cNvPr>
            <p:cNvSpPr/>
            <p:nvPr/>
          </p:nvSpPr>
          <p:spPr>
            <a:xfrm>
              <a:off x="0" y="4321596"/>
              <a:ext cx="5181055" cy="2536404"/>
            </a:xfrm>
            <a:prstGeom prst="parallelogram">
              <a:avLst>
                <a:gd name="adj" fmla="val 172920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grpSp>
          <p:nvGrpSpPr>
            <p:cNvPr id="36" name="Group 4">
              <a:extLst>
                <a:ext uri="{FF2B5EF4-FFF2-40B4-BE49-F238E27FC236}">
                  <a16:creationId xmlns:a16="http://schemas.microsoft.com/office/drawing/2014/main" id="{440BA1D0-232E-49F3-B075-2EF77E093C83}"/>
                </a:ext>
              </a:extLst>
            </p:cNvPr>
            <p:cNvGrpSpPr/>
            <p:nvPr/>
          </p:nvGrpSpPr>
          <p:grpSpPr>
            <a:xfrm>
              <a:off x="-3281" y="278296"/>
              <a:ext cx="3920654" cy="2258109"/>
              <a:chOff x="-3281" y="278296"/>
              <a:chExt cx="3920654" cy="2258109"/>
            </a:xfrm>
          </p:grpSpPr>
          <p:sp>
            <p:nvSpPr>
              <p:cNvPr id="25" name="Parallelogram 4">
                <a:extLst>
                  <a:ext uri="{FF2B5EF4-FFF2-40B4-BE49-F238E27FC236}">
                    <a16:creationId xmlns:a16="http://schemas.microsoft.com/office/drawing/2014/main" id="{D4A84030-D242-4753-A7FB-51E13BFB2EE8}"/>
                  </a:ext>
                </a:extLst>
              </p:cNvPr>
              <p:cNvSpPr/>
              <p:nvPr/>
            </p:nvSpPr>
            <p:spPr>
              <a:xfrm flipH="1">
                <a:off x="-3281" y="748145"/>
                <a:ext cx="3920654" cy="1788260"/>
              </a:xfrm>
              <a:prstGeom prst="parallelogram">
                <a:avLst>
                  <a:gd name="adj" fmla="val 173568"/>
                </a:avLst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3" name="Triangle 10">
                <a:extLst>
                  <a:ext uri="{FF2B5EF4-FFF2-40B4-BE49-F238E27FC236}">
                    <a16:creationId xmlns:a16="http://schemas.microsoft.com/office/drawing/2014/main" id="{B2C25CA7-603D-4553-B092-EAD2E4306D1D}"/>
                  </a:ext>
                </a:extLst>
              </p:cNvPr>
              <p:cNvSpPr/>
              <p:nvPr/>
            </p:nvSpPr>
            <p:spPr>
              <a:xfrm>
                <a:off x="-3281" y="278296"/>
                <a:ext cx="820204" cy="472048"/>
              </a:xfrm>
              <a:prstGeom prst="rtTriangle">
                <a:avLst/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</p:grpSp>
      </p:grp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United Kingdom of Great Britain and Northern Ireland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大不列颠及北爱尔兰联合王国（英国）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97197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992">
            <a:extLst>
              <a:ext uri="{FF2B5EF4-FFF2-40B4-BE49-F238E27FC236}">
                <a16:creationId xmlns:a16="http://schemas.microsoft.com/office/drawing/2014/main" id="{5EC6BCFF-E4C4-40C9-A63B-0406629901EB}"/>
              </a:ext>
            </a:extLst>
          </p:cNvPr>
          <p:cNvGrpSpPr/>
          <p:nvPr/>
        </p:nvGrpSpPr>
        <p:grpSpPr>
          <a:xfrm>
            <a:off x="-3284" y="0"/>
            <a:ext cx="12195284" cy="6856887"/>
            <a:chOff x="-3284" y="0"/>
            <a:chExt cx="12195284" cy="6856887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5E920E7A-78B8-4874-B50A-D4FB4081C39D}"/>
                </a:ext>
              </a:extLst>
            </p:cNvPr>
            <p:cNvSpPr/>
            <p:nvPr/>
          </p:nvSpPr>
          <p:spPr>
            <a:xfrm>
              <a:off x="6094358" y="0"/>
              <a:ext cx="6097642" cy="3428444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B819AD87-95AE-4A04-8139-869C1967F5FD}"/>
                </a:ext>
              </a:extLst>
            </p:cNvPr>
            <p:cNvSpPr/>
            <p:nvPr/>
          </p:nvSpPr>
          <p:spPr>
            <a:xfrm>
              <a:off x="6094358" y="3428442"/>
              <a:ext cx="6097642" cy="3428445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7B7DF138-5A90-4845-9930-3E66DD531376}"/>
                </a:ext>
              </a:extLst>
            </p:cNvPr>
            <p:cNvSpPr/>
            <p:nvPr/>
          </p:nvSpPr>
          <p:spPr>
            <a:xfrm>
              <a:off x="-3284" y="3428442"/>
              <a:ext cx="6097642" cy="3428444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8" name="Group 991">
            <a:extLst>
              <a:ext uri="{FF2B5EF4-FFF2-40B4-BE49-F238E27FC236}">
                <a16:creationId xmlns:a16="http://schemas.microsoft.com/office/drawing/2014/main" id="{C1CD4A76-0070-4CB4-B08F-91211A67F5AA}"/>
              </a:ext>
            </a:extLst>
          </p:cNvPr>
          <p:cNvGrpSpPr/>
          <p:nvPr/>
        </p:nvGrpSpPr>
        <p:grpSpPr>
          <a:xfrm>
            <a:off x="-3281" y="-2"/>
            <a:ext cx="6099283" cy="3429002"/>
            <a:chOff x="-3281" y="-2"/>
            <a:chExt cx="12198562" cy="685800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A2A196-5899-4ACB-8FD4-69AC4813684E}"/>
                </a:ext>
              </a:extLst>
            </p:cNvPr>
            <p:cNvSpPr/>
            <p:nvPr/>
          </p:nvSpPr>
          <p:spPr>
            <a:xfrm>
              <a:off x="-3280" y="2889000"/>
              <a:ext cx="12195280" cy="1080000"/>
            </a:xfrm>
            <a:prstGeom prst="rect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930D4D3-977F-49EA-A977-DE168AC16244}"/>
                </a:ext>
              </a:extLst>
            </p:cNvPr>
            <p:cNvSpPr/>
            <p:nvPr/>
          </p:nvSpPr>
          <p:spPr>
            <a:xfrm>
              <a:off x="5556000" y="0"/>
              <a:ext cx="1080000" cy="6856886"/>
            </a:xfrm>
            <a:prstGeom prst="rect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Triangle 1">
              <a:extLst>
                <a:ext uri="{FF2B5EF4-FFF2-40B4-BE49-F238E27FC236}">
                  <a16:creationId xmlns:a16="http://schemas.microsoft.com/office/drawing/2014/main" id="{F97B4B77-B783-45B1-9805-B26C17D9E3B5}"/>
                </a:ext>
              </a:extLst>
            </p:cNvPr>
            <p:cNvSpPr/>
            <p:nvPr/>
          </p:nvSpPr>
          <p:spPr>
            <a:xfrm flipV="1">
              <a:off x="7012909" y="0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6" name="Triangle 2">
              <a:extLst>
                <a:ext uri="{FF2B5EF4-FFF2-40B4-BE49-F238E27FC236}">
                  <a16:creationId xmlns:a16="http://schemas.microsoft.com/office/drawing/2014/main" id="{632EA5ED-89F6-4A16-81B1-3C292BA0EB84}"/>
                </a:ext>
              </a:extLst>
            </p:cNvPr>
            <p:cNvSpPr/>
            <p:nvPr/>
          </p:nvSpPr>
          <p:spPr>
            <a:xfrm flipH="1">
              <a:off x="9312000" y="882317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riangle 3">
              <a:extLst>
                <a:ext uri="{FF2B5EF4-FFF2-40B4-BE49-F238E27FC236}">
                  <a16:creationId xmlns:a16="http://schemas.microsoft.com/office/drawing/2014/main" id="{F2DF7EF9-B3D5-447D-B471-F388A85F46AB}"/>
                </a:ext>
              </a:extLst>
            </p:cNvPr>
            <p:cNvSpPr/>
            <p:nvPr/>
          </p:nvSpPr>
          <p:spPr>
            <a:xfrm flipH="1" flipV="1">
              <a:off x="9312000" y="4317258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Triangle 4">
              <a:extLst>
                <a:ext uri="{FF2B5EF4-FFF2-40B4-BE49-F238E27FC236}">
                  <a16:creationId xmlns:a16="http://schemas.microsoft.com/office/drawing/2014/main" id="{D1EB520C-C68E-4249-ACCC-BE66281F9E19}"/>
                </a:ext>
              </a:extLst>
            </p:cNvPr>
            <p:cNvSpPr/>
            <p:nvPr/>
          </p:nvSpPr>
          <p:spPr>
            <a:xfrm>
              <a:off x="7012909" y="4482000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Triangle 5">
              <a:extLst>
                <a:ext uri="{FF2B5EF4-FFF2-40B4-BE49-F238E27FC236}">
                  <a16:creationId xmlns:a16="http://schemas.microsoft.com/office/drawing/2014/main" id="{6B34958E-6581-4164-B99F-E0C83E2EA50A}"/>
                </a:ext>
              </a:extLst>
            </p:cNvPr>
            <p:cNvSpPr/>
            <p:nvPr/>
          </p:nvSpPr>
          <p:spPr>
            <a:xfrm flipH="1">
              <a:off x="1041055" y="4482000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" name="Triangle 6">
              <a:extLst>
                <a:ext uri="{FF2B5EF4-FFF2-40B4-BE49-F238E27FC236}">
                  <a16:creationId xmlns:a16="http://schemas.microsoft.com/office/drawing/2014/main" id="{D9B8E0C4-2102-47AE-BE57-EC2B121E0B43}"/>
                </a:ext>
              </a:extLst>
            </p:cNvPr>
            <p:cNvSpPr/>
            <p:nvPr/>
          </p:nvSpPr>
          <p:spPr>
            <a:xfrm flipV="1">
              <a:off x="0" y="4317258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" name="Triangle 7">
              <a:extLst>
                <a:ext uri="{FF2B5EF4-FFF2-40B4-BE49-F238E27FC236}">
                  <a16:creationId xmlns:a16="http://schemas.microsoft.com/office/drawing/2014/main" id="{DB723480-AC33-4E47-9DBB-6E520D5A9DD2}"/>
                </a:ext>
              </a:extLst>
            </p:cNvPr>
            <p:cNvSpPr/>
            <p:nvPr/>
          </p:nvSpPr>
          <p:spPr>
            <a:xfrm>
              <a:off x="0" y="883228"/>
              <a:ext cx="2880000" cy="1657514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Triangle 8">
              <a:extLst>
                <a:ext uri="{FF2B5EF4-FFF2-40B4-BE49-F238E27FC236}">
                  <a16:creationId xmlns:a16="http://schemas.microsoft.com/office/drawing/2014/main" id="{70F8C60C-BAB6-44FA-BFCA-898A422811F1}"/>
                </a:ext>
              </a:extLst>
            </p:cNvPr>
            <p:cNvSpPr/>
            <p:nvPr/>
          </p:nvSpPr>
          <p:spPr>
            <a:xfrm flipH="1" flipV="1">
              <a:off x="1039091" y="-2"/>
              <a:ext cx="4140000" cy="2376000"/>
            </a:xfrm>
            <a:prstGeom prst="rtTriangle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7" name="Parallelogram 1">
              <a:extLst>
                <a:ext uri="{FF2B5EF4-FFF2-40B4-BE49-F238E27FC236}">
                  <a16:creationId xmlns:a16="http://schemas.microsoft.com/office/drawing/2014/main" id="{52CEE331-58F1-4717-8450-A17DDE622228}"/>
                </a:ext>
              </a:extLst>
            </p:cNvPr>
            <p:cNvSpPr/>
            <p:nvPr/>
          </p:nvSpPr>
          <p:spPr>
            <a:xfrm>
              <a:off x="7010944" y="1"/>
              <a:ext cx="5181055" cy="2536404"/>
            </a:xfrm>
            <a:prstGeom prst="parallelogram">
              <a:avLst>
                <a:gd name="adj" fmla="val 172920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grpSp>
          <p:nvGrpSpPr>
            <p:cNvPr id="37" name="Group 2">
              <a:extLst>
                <a:ext uri="{FF2B5EF4-FFF2-40B4-BE49-F238E27FC236}">
                  <a16:creationId xmlns:a16="http://schemas.microsoft.com/office/drawing/2014/main" id="{BCEE0933-23E6-4D9A-9B9D-A34B8E414BCD}"/>
                </a:ext>
              </a:extLst>
            </p:cNvPr>
            <p:cNvGrpSpPr/>
            <p:nvPr/>
          </p:nvGrpSpPr>
          <p:grpSpPr>
            <a:xfrm>
              <a:off x="8274627" y="4317258"/>
              <a:ext cx="3920654" cy="2260308"/>
              <a:chOff x="8274627" y="4317258"/>
              <a:chExt cx="3920654" cy="2260308"/>
            </a:xfrm>
          </p:grpSpPr>
          <p:sp>
            <p:nvSpPr>
              <p:cNvPr id="31" name="Parallelogram 2">
                <a:extLst>
                  <a:ext uri="{FF2B5EF4-FFF2-40B4-BE49-F238E27FC236}">
                    <a16:creationId xmlns:a16="http://schemas.microsoft.com/office/drawing/2014/main" id="{78B31B0F-A298-4F6F-AB19-B0ED8250053C}"/>
                  </a:ext>
                </a:extLst>
              </p:cNvPr>
              <p:cNvSpPr/>
              <p:nvPr/>
            </p:nvSpPr>
            <p:spPr>
              <a:xfrm flipH="1">
                <a:off x="8274627" y="4317258"/>
                <a:ext cx="3920654" cy="1788260"/>
              </a:xfrm>
              <a:prstGeom prst="parallelogram">
                <a:avLst>
                  <a:gd name="adj" fmla="val 173568"/>
                </a:avLst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5" name="Triangle 9">
                <a:extLst>
                  <a:ext uri="{FF2B5EF4-FFF2-40B4-BE49-F238E27FC236}">
                    <a16:creationId xmlns:a16="http://schemas.microsoft.com/office/drawing/2014/main" id="{18D5D1E6-0970-4733-BAA5-D3A684C7E56C}"/>
                  </a:ext>
                </a:extLst>
              </p:cNvPr>
              <p:cNvSpPr/>
              <p:nvPr/>
            </p:nvSpPr>
            <p:spPr>
              <a:xfrm flipH="1" flipV="1">
                <a:off x="11371795" y="6105518"/>
                <a:ext cx="820204" cy="472048"/>
              </a:xfrm>
              <a:prstGeom prst="rtTriangle">
                <a:avLst/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</p:grpSp>
        <p:sp>
          <p:nvSpPr>
            <p:cNvPr id="29" name="Parallelogram 3">
              <a:extLst>
                <a:ext uri="{FF2B5EF4-FFF2-40B4-BE49-F238E27FC236}">
                  <a16:creationId xmlns:a16="http://schemas.microsoft.com/office/drawing/2014/main" id="{4FD73669-283B-40DD-A961-17FEC864AEF4}"/>
                </a:ext>
              </a:extLst>
            </p:cNvPr>
            <p:cNvSpPr/>
            <p:nvPr/>
          </p:nvSpPr>
          <p:spPr>
            <a:xfrm>
              <a:off x="0" y="4321596"/>
              <a:ext cx="5181055" cy="2536404"/>
            </a:xfrm>
            <a:prstGeom prst="parallelogram">
              <a:avLst>
                <a:gd name="adj" fmla="val 172920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grpSp>
          <p:nvGrpSpPr>
            <p:cNvPr id="36" name="Group 4">
              <a:extLst>
                <a:ext uri="{FF2B5EF4-FFF2-40B4-BE49-F238E27FC236}">
                  <a16:creationId xmlns:a16="http://schemas.microsoft.com/office/drawing/2014/main" id="{440BA1D0-232E-49F3-B075-2EF77E093C83}"/>
                </a:ext>
              </a:extLst>
            </p:cNvPr>
            <p:cNvGrpSpPr/>
            <p:nvPr/>
          </p:nvGrpSpPr>
          <p:grpSpPr>
            <a:xfrm>
              <a:off x="-3281" y="278296"/>
              <a:ext cx="3920654" cy="2258109"/>
              <a:chOff x="-3281" y="278296"/>
              <a:chExt cx="3920654" cy="2258109"/>
            </a:xfrm>
          </p:grpSpPr>
          <p:sp>
            <p:nvSpPr>
              <p:cNvPr id="25" name="Parallelogram 4">
                <a:extLst>
                  <a:ext uri="{FF2B5EF4-FFF2-40B4-BE49-F238E27FC236}">
                    <a16:creationId xmlns:a16="http://schemas.microsoft.com/office/drawing/2014/main" id="{D4A84030-D242-4753-A7FB-51E13BFB2EE8}"/>
                  </a:ext>
                </a:extLst>
              </p:cNvPr>
              <p:cNvSpPr/>
              <p:nvPr/>
            </p:nvSpPr>
            <p:spPr>
              <a:xfrm flipH="1">
                <a:off x="-3281" y="748145"/>
                <a:ext cx="3920654" cy="1788260"/>
              </a:xfrm>
              <a:prstGeom prst="parallelogram">
                <a:avLst>
                  <a:gd name="adj" fmla="val 173568"/>
                </a:avLst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3" name="Triangle 10">
                <a:extLst>
                  <a:ext uri="{FF2B5EF4-FFF2-40B4-BE49-F238E27FC236}">
                    <a16:creationId xmlns:a16="http://schemas.microsoft.com/office/drawing/2014/main" id="{B2C25CA7-603D-4553-B092-EAD2E4306D1D}"/>
                  </a:ext>
                </a:extLst>
              </p:cNvPr>
              <p:cNvSpPr/>
              <p:nvPr/>
            </p:nvSpPr>
            <p:spPr>
              <a:xfrm>
                <a:off x="-3281" y="278296"/>
                <a:ext cx="820204" cy="472048"/>
              </a:xfrm>
              <a:prstGeom prst="rtTriangle">
                <a:avLst/>
              </a:prstGeom>
              <a:solidFill>
                <a:srgbClr val="F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Next LT Pro" panose="020B0504020202020204" pitchFamily="34" charset="0"/>
                </a:endParaRPr>
              </a:p>
            </p:txBody>
          </p:sp>
        </p:grpSp>
      </p:grpSp>
      <p:sp>
        <p:nvSpPr>
          <p:cNvPr id="46" name="Freeform 1">
            <a:extLst>
              <a:ext uri="{FF2B5EF4-FFF2-40B4-BE49-F238E27FC236}">
                <a16:creationId xmlns:a16="http://schemas.microsoft.com/office/drawing/2014/main" id="{B798EABA-C779-4D4A-8C17-834A9F648A85}"/>
              </a:ext>
            </a:extLst>
          </p:cNvPr>
          <p:cNvSpPr/>
          <p:nvPr/>
        </p:nvSpPr>
        <p:spPr>
          <a:xfrm>
            <a:off x="8872357" y="546679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290209CF-0EE3-4C6B-8098-BBF3B3427983}"/>
              </a:ext>
            </a:extLst>
          </p:cNvPr>
          <p:cNvSpPr/>
          <p:nvPr/>
        </p:nvSpPr>
        <p:spPr>
          <a:xfrm>
            <a:off x="7332300" y="2530618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0" name="Freeform 3">
            <a:extLst>
              <a:ext uri="{FF2B5EF4-FFF2-40B4-BE49-F238E27FC236}">
                <a16:creationId xmlns:a16="http://schemas.microsoft.com/office/drawing/2014/main" id="{8E854B4A-9395-4A20-99BA-587FE49BB408}"/>
              </a:ext>
            </a:extLst>
          </p:cNvPr>
          <p:cNvSpPr/>
          <p:nvPr/>
        </p:nvSpPr>
        <p:spPr>
          <a:xfrm>
            <a:off x="10178213" y="2216936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1" name="Star 4">
            <a:extLst>
              <a:ext uri="{FF2B5EF4-FFF2-40B4-BE49-F238E27FC236}">
                <a16:creationId xmlns:a16="http://schemas.microsoft.com/office/drawing/2014/main" id="{4DD5A3EC-9F05-497E-A8E1-1AE99B6EE926}"/>
              </a:ext>
            </a:extLst>
          </p:cNvPr>
          <p:cNvSpPr/>
          <p:nvPr/>
        </p:nvSpPr>
        <p:spPr>
          <a:xfrm>
            <a:off x="9632049" y="3550668"/>
            <a:ext cx="579832" cy="579832"/>
          </a:xfrm>
          <a:prstGeom prst="star7">
            <a:avLst>
              <a:gd name="adj" fmla="val 25290"/>
              <a:gd name="hf" fmla="val 102572"/>
              <a:gd name="vf" fmla="val 1052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150B1891-73D5-4981-93C5-7FDC9B5463E8}"/>
              </a:ext>
            </a:extLst>
          </p:cNvPr>
          <p:cNvSpPr/>
          <p:nvPr/>
        </p:nvSpPr>
        <p:spPr>
          <a:xfrm>
            <a:off x="8872352" y="5421939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7" name="Star 6">
            <a:extLst>
              <a:ext uri="{FF2B5EF4-FFF2-40B4-BE49-F238E27FC236}">
                <a16:creationId xmlns:a16="http://schemas.microsoft.com/office/drawing/2014/main" id="{E8ABE571-5E7B-40C2-95BE-5DB92A7EAFFA}"/>
              </a:ext>
            </a:extLst>
          </p:cNvPr>
          <p:cNvSpPr/>
          <p:nvPr/>
        </p:nvSpPr>
        <p:spPr>
          <a:xfrm>
            <a:off x="2317350" y="4414477"/>
            <a:ext cx="1456374" cy="1456374"/>
          </a:xfrm>
          <a:prstGeom prst="star7">
            <a:avLst>
              <a:gd name="adj" fmla="val 25290"/>
              <a:gd name="hf" fmla="val 102572"/>
              <a:gd name="vf" fmla="val 1052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Australia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澳大利亚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809394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992">
            <a:extLst>
              <a:ext uri="{FF2B5EF4-FFF2-40B4-BE49-F238E27FC236}">
                <a16:creationId xmlns:a16="http://schemas.microsoft.com/office/drawing/2014/main" id="{5EC6BCFF-E4C4-40C9-A63B-0406629901EB}"/>
              </a:ext>
            </a:extLst>
          </p:cNvPr>
          <p:cNvGrpSpPr/>
          <p:nvPr/>
        </p:nvGrpSpPr>
        <p:grpSpPr>
          <a:xfrm>
            <a:off x="-3284" y="0"/>
            <a:ext cx="12195284" cy="6856886"/>
            <a:chOff x="-3284" y="0"/>
            <a:chExt cx="12195284" cy="6856886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5E920E7A-78B8-4874-B50A-D4FB4081C39D}"/>
                </a:ext>
              </a:extLst>
            </p:cNvPr>
            <p:cNvSpPr/>
            <p:nvPr/>
          </p:nvSpPr>
          <p:spPr>
            <a:xfrm>
              <a:off x="6094358" y="0"/>
              <a:ext cx="6097642" cy="3428444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B819AD87-95AE-4A04-8139-869C1967F5FD}"/>
                </a:ext>
              </a:extLst>
            </p:cNvPr>
            <p:cNvSpPr/>
            <p:nvPr/>
          </p:nvSpPr>
          <p:spPr>
            <a:xfrm>
              <a:off x="6094358" y="3428442"/>
              <a:ext cx="6097642" cy="3428444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7B7DF138-5A90-4845-9930-3E66DD531376}"/>
                </a:ext>
              </a:extLst>
            </p:cNvPr>
            <p:cNvSpPr/>
            <p:nvPr/>
          </p:nvSpPr>
          <p:spPr>
            <a:xfrm>
              <a:off x="-3284" y="3428442"/>
              <a:ext cx="6097642" cy="3428444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-3280" y="1444499"/>
            <a:ext cx="6097642" cy="540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2776360" y="-1"/>
            <a:ext cx="540000" cy="3428444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0" name="Triangle 1">
            <a:extLst>
              <a:ext uri="{FF2B5EF4-FFF2-40B4-BE49-F238E27FC236}">
                <a16:creationId xmlns:a16="http://schemas.microsoft.com/office/drawing/2014/main" id="{F97B4B77-B783-45B1-9805-B26C17D9E3B5}"/>
              </a:ext>
            </a:extLst>
          </p:cNvPr>
          <p:cNvSpPr/>
          <p:nvPr/>
        </p:nvSpPr>
        <p:spPr>
          <a:xfrm flipV="1">
            <a:off x="3504815" y="-1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Triangle 2">
            <a:extLst>
              <a:ext uri="{FF2B5EF4-FFF2-40B4-BE49-F238E27FC236}">
                <a16:creationId xmlns:a16="http://schemas.microsoft.com/office/drawing/2014/main" id="{632EA5ED-89F6-4A16-81B1-3C292BA0EB84}"/>
              </a:ext>
            </a:extLst>
          </p:cNvPr>
          <p:cNvSpPr/>
          <p:nvPr/>
        </p:nvSpPr>
        <p:spPr>
          <a:xfrm flipH="1">
            <a:off x="4654361" y="441158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Triangle 3">
            <a:extLst>
              <a:ext uri="{FF2B5EF4-FFF2-40B4-BE49-F238E27FC236}">
                <a16:creationId xmlns:a16="http://schemas.microsoft.com/office/drawing/2014/main" id="{F2DF7EF9-B3D5-447D-B471-F388A85F46AB}"/>
              </a:ext>
            </a:extLst>
          </p:cNvPr>
          <p:cNvSpPr/>
          <p:nvPr/>
        </p:nvSpPr>
        <p:spPr>
          <a:xfrm flipH="1" flipV="1">
            <a:off x="4654361" y="2158629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2" name="Triangle 4">
            <a:extLst>
              <a:ext uri="{FF2B5EF4-FFF2-40B4-BE49-F238E27FC236}">
                <a16:creationId xmlns:a16="http://schemas.microsoft.com/office/drawing/2014/main" id="{D1EB520C-C68E-4249-ACCC-BE66281F9E19}"/>
              </a:ext>
            </a:extLst>
          </p:cNvPr>
          <p:cNvSpPr/>
          <p:nvPr/>
        </p:nvSpPr>
        <p:spPr>
          <a:xfrm>
            <a:off x="3504815" y="2241000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4" name="Triangle 5">
            <a:extLst>
              <a:ext uri="{FF2B5EF4-FFF2-40B4-BE49-F238E27FC236}">
                <a16:creationId xmlns:a16="http://schemas.microsoft.com/office/drawing/2014/main" id="{6B34958E-6581-4164-B99F-E0C83E2EA50A}"/>
              </a:ext>
            </a:extLst>
          </p:cNvPr>
          <p:cNvSpPr/>
          <p:nvPr/>
        </p:nvSpPr>
        <p:spPr>
          <a:xfrm flipH="1">
            <a:off x="518887" y="2241000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Triangle 6">
            <a:extLst>
              <a:ext uri="{FF2B5EF4-FFF2-40B4-BE49-F238E27FC236}">
                <a16:creationId xmlns:a16="http://schemas.microsoft.com/office/drawing/2014/main" id="{D9B8E0C4-2102-47AE-BE57-EC2B121E0B43}"/>
              </a:ext>
            </a:extLst>
          </p:cNvPr>
          <p:cNvSpPr/>
          <p:nvPr/>
        </p:nvSpPr>
        <p:spPr>
          <a:xfrm flipV="1">
            <a:off x="-1640" y="2158629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Triangle 7">
            <a:extLst>
              <a:ext uri="{FF2B5EF4-FFF2-40B4-BE49-F238E27FC236}">
                <a16:creationId xmlns:a16="http://schemas.microsoft.com/office/drawing/2014/main" id="{DB723480-AC33-4E47-9DBB-6E520D5A9DD2}"/>
              </a:ext>
            </a:extLst>
          </p:cNvPr>
          <p:cNvSpPr/>
          <p:nvPr/>
        </p:nvSpPr>
        <p:spPr>
          <a:xfrm>
            <a:off x="-1640" y="441613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8" name="Triangle 8">
            <a:extLst>
              <a:ext uri="{FF2B5EF4-FFF2-40B4-BE49-F238E27FC236}">
                <a16:creationId xmlns:a16="http://schemas.microsoft.com/office/drawing/2014/main" id="{70F8C60C-BAB6-44FA-BFCA-898A422811F1}"/>
              </a:ext>
            </a:extLst>
          </p:cNvPr>
          <p:cNvSpPr/>
          <p:nvPr/>
        </p:nvSpPr>
        <p:spPr>
          <a:xfrm flipH="1" flipV="1">
            <a:off x="517905" y="-2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7" name="Parallelogram 1">
            <a:extLst>
              <a:ext uri="{FF2B5EF4-FFF2-40B4-BE49-F238E27FC236}">
                <a16:creationId xmlns:a16="http://schemas.microsoft.com/office/drawing/2014/main" id="{52CEE331-58F1-4717-8450-A17DDE622228}"/>
              </a:ext>
            </a:extLst>
          </p:cNvPr>
          <p:cNvSpPr/>
          <p:nvPr/>
        </p:nvSpPr>
        <p:spPr>
          <a:xfrm>
            <a:off x="3503833" y="0"/>
            <a:ext cx="2590528" cy="1268202"/>
          </a:xfrm>
          <a:prstGeom prst="parallelogram">
            <a:avLst>
              <a:gd name="adj" fmla="val 172920"/>
            </a:avLst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37" name="Group 2">
            <a:extLst>
              <a:ext uri="{FF2B5EF4-FFF2-40B4-BE49-F238E27FC236}">
                <a16:creationId xmlns:a16="http://schemas.microsoft.com/office/drawing/2014/main" id="{BCEE0933-23E6-4D9A-9B9D-A34B8E414BCD}"/>
              </a:ext>
            </a:extLst>
          </p:cNvPr>
          <p:cNvGrpSpPr/>
          <p:nvPr/>
        </p:nvGrpSpPr>
        <p:grpSpPr>
          <a:xfrm>
            <a:off x="4135674" y="2158629"/>
            <a:ext cx="1960328" cy="1130154"/>
            <a:chOff x="8274627" y="4317258"/>
            <a:chExt cx="3920654" cy="2260308"/>
          </a:xfrm>
        </p:grpSpPr>
        <p:sp>
          <p:nvSpPr>
            <p:cNvPr id="31" name="Parallelogram 2">
              <a:extLst>
                <a:ext uri="{FF2B5EF4-FFF2-40B4-BE49-F238E27FC236}">
                  <a16:creationId xmlns:a16="http://schemas.microsoft.com/office/drawing/2014/main" id="{78B31B0F-A298-4F6F-AB19-B0ED8250053C}"/>
                </a:ext>
              </a:extLst>
            </p:cNvPr>
            <p:cNvSpPr/>
            <p:nvPr/>
          </p:nvSpPr>
          <p:spPr>
            <a:xfrm flipH="1">
              <a:off x="8274627" y="4317258"/>
              <a:ext cx="3920654" cy="1788260"/>
            </a:xfrm>
            <a:prstGeom prst="parallelogram">
              <a:avLst>
                <a:gd name="adj" fmla="val 173568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5" name="Triangle 9">
              <a:extLst>
                <a:ext uri="{FF2B5EF4-FFF2-40B4-BE49-F238E27FC236}">
                  <a16:creationId xmlns:a16="http://schemas.microsoft.com/office/drawing/2014/main" id="{18D5D1E6-0970-4733-BAA5-D3A684C7E56C}"/>
                </a:ext>
              </a:extLst>
            </p:cNvPr>
            <p:cNvSpPr/>
            <p:nvPr/>
          </p:nvSpPr>
          <p:spPr>
            <a:xfrm flipH="1" flipV="1">
              <a:off x="11371795" y="6105518"/>
              <a:ext cx="820204" cy="472048"/>
            </a:xfrm>
            <a:prstGeom prst="rtTriangle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9" name="Parallelogram 3">
            <a:extLst>
              <a:ext uri="{FF2B5EF4-FFF2-40B4-BE49-F238E27FC236}">
                <a16:creationId xmlns:a16="http://schemas.microsoft.com/office/drawing/2014/main" id="{4FD73669-283B-40DD-A961-17FEC864AEF4}"/>
              </a:ext>
            </a:extLst>
          </p:cNvPr>
          <p:cNvSpPr/>
          <p:nvPr/>
        </p:nvSpPr>
        <p:spPr>
          <a:xfrm>
            <a:off x="-1640" y="2160798"/>
            <a:ext cx="2590528" cy="1268202"/>
          </a:xfrm>
          <a:prstGeom prst="parallelogram">
            <a:avLst>
              <a:gd name="adj" fmla="val 172920"/>
            </a:avLst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440BA1D0-232E-49F3-B075-2EF77E093C83}"/>
              </a:ext>
            </a:extLst>
          </p:cNvPr>
          <p:cNvGrpSpPr/>
          <p:nvPr/>
        </p:nvGrpSpPr>
        <p:grpSpPr>
          <a:xfrm>
            <a:off x="-3281" y="139147"/>
            <a:ext cx="1960328" cy="1129055"/>
            <a:chOff x="-3281" y="278296"/>
            <a:chExt cx="3920654" cy="2258109"/>
          </a:xfrm>
        </p:grpSpPr>
        <p:sp>
          <p:nvSpPr>
            <p:cNvPr id="25" name="Parallelogram 4">
              <a:extLst>
                <a:ext uri="{FF2B5EF4-FFF2-40B4-BE49-F238E27FC236}">
                  <a16:creationId xmlns:a16="http://schemas.microsoft.com/office/drawing/2014/main" id="{D4A84030-D242-4753-A7FB-51E13BFB2EE8}"/>
                </a:ext>
              </a:extLst>
            </p:cNvPr>
            <p:cNvSpPr/>
            <p:nvPr/>
          </p:nvSpPr>
          <p:spPr>
            <a:xfrm flipH="1">
              <a:off x="-3281" y="748145"/>
              <a:ext cx="3920654" cy="1788260"/>
            </a:xfrm>
            <a:prstGeom prst="parallelogram">
              <a:avLst>
                <a:gd name="adj" fmla="val 173568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3" name="Triangle 10">
              <a:extLst>
                <a:ext uri="{FF2B5EF4-FFF2-40B4-BE49-F238E27FC236}">
                  <a16:creationId xmlns:a16="http://schemas.microsoft.com/office/drawing/2014/main" id="{B2C25CA7-603D-4553-B092-EAD2E4306D1D}"/>
                </a:ext>
              </a:extLst>
            </p:cNvPr>
            <p:cNvSpPr/>
            <p:nvPr/>
          </p:nvSpPr>
          <p:spPr>
            <a:xfrm>
              <a:off x="-3281" y="278296"/>
              <a:ext cx="820204" cy="472048"/>
            </a:xfrm>
            <a:prstGeom prst="rtTriangle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46" name="Freeform 1">
            <a:extLst>
              <a:ext uri="{FF2B5EF4-FFF2-40B4-BE49-F238E27FC236}">
                <a16:creationId xmlns:a16="http://schemas.microsoft.com/office/drawing/2014/main" id="{B798EABA-C779-4D4A-8C17-834A9F648A85}"/>
              </a:ext>
            </a:extLst>
          </p:cNvPr>
          <p:cNvSpPr/>
          <p:nvPr/>
        </p:nvSpPr>
        <p:spPr>
          <a:xfrm>
            <a:off x="8872357" y="546679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290209CF-0EE3-4C6B-8098-BBF3B3427983}"/>
              </a:ext>
            </a:extLst>
          </p:cNvPr>
          <p:cNvSpPr/>
          <p:nvPr/>
        </p:nvSpPr>
        <p:spPr>
          <a:xfrm>
            <a:off x="7332300" y="2530618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0" name="Freeform 3">
            <a:extLst>
              <a:ext uri="{FF2B5EF4-FFF2-40B4-BE49-F238E27FC236}">
                <a16:creationId xmlns:a16="http://schemas.microsoft.com/office/drawing/2014/main" id="{8E854B4A-9395-4A20-99BA-587FE49BB408}"/>
              </a:ext>
            </a:extLst>
          </p:cNvPr>
          <p:cNvSpPr/>
          <p:nvPr/>
        </p:nvSpPr>
        <p:spPr>
          <a:xfrm>
            <a:off x="10178213" y="2216936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1" name="Star 4">
            <a:extLst>
              <a:ext uri="{FF2B5EF4-FFF2-40B4-BE49-F238E27FC236}">
                <a16:creationId xmlns:a16="http://schemas.microsoft.com/office/drawing/2014/main" id="{4DD5A3EC-9F05-497E-A8E1-1AE99B6EE926}"/>
              </a:ext>
            </a:extLst>
          </p:cNvPr>
          <p:cNvSpPr/>
          <p:nvPr/>
        </p:nvSpPr>
        <p:spPr>
          <a:xfrm>
            <a:off x="9632049" y="3550668"/>
            <a:ext cx="579832" cy="579832"/>
          </a:xfrm>
          <a:prstGeom prst="star7">
            <a:avLst>
              <a:gd name="adj" fmla="val 25290"/>
              <a:gd name="hf" fmla="val 102572"/>
              <a:gd name="vf" fmla="val 1052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150B1891-73D5-4981-93C5-7FDC9B5463E8}"/>
              </a:ext>
            </a:extLst>
          </p:cNvPr>
          <p:cNvSpPr/>
          <p:nvPr/>
        </p:nvSpPr>
        <p:spPr>
          <a:xfrm>
            <a:off x="8872352" y="5421939"/>
            <a:ext cx="897823" cy="897824"/>
          </a:xfrm>
          <a:custGeom>
            <a:avLst/>
            <a:gdLst>
              <a:gd name="connsiteX0" fmla="*/ 448912 w 897823"/>
              <a:gd name="connsiteY0" fmla="*/ 0 h 897824"/>
              <a:gd name="connsiteX1" fmla="*/ 549961 w 897823"/>
              <a:gd name="connsiteY1" fmla="*/ 257067 h 897824"/>
              <a:gd name="connsiteX2" fmla="*/ 808909 w 897823"/>
              <a:gd name="connsiteY2" fmla="*/ 177825 h 897824"/>
              <a:gd name="connsiteX3" fmla="*/ 675971 w 897823"/>
              <a:gd name="connsiteY3" fmla="*/ 419140 h 897824"/>
              <a:gd name="connsiteX4" fmla="*/ 897823 w 897823"/>
              <a:gd name="connsiteY4" fmla="*/ 577393 h 897824"/>
              <a:gd name="connsiteX5" fmla="*/ 630998 w 897823"/>
              <a:gd name="connsiteY5" fmla="*/ 621242 h 897824"/>
              <a:gd name="connsiteX6" fmla="*/ 648694 w 897823"/>
              <a:gd name="connsiteY6" fmla="*/ 897824 h 897824"/>
              <a:gd name="connsiteX7" fmla="*/ 448912 w 897823"/>
              <a:gd name="connsiteY7" fmla="*/ 711186 h 897824"/>
              <a:gd name="connsiteX8" fmla="*/ 249129 w 897823"/>
              <a:gd name="connsiteY8" fmla="*/ 897824 h 897824"/>
              <a:gd name="connsiteX9" fmla="*/ 266825 w 897823"/>
              <a:gd name="connsiteY9" fmla="*/ 621242 h 897824"/>
              <a:gd name="connsiteX10" fmla="*/ 0 w 897823"/>
              <a:gd name="connsiteY10" fmla="*/ 577393 h 897824"/>
              <a:gd name="connsiteX11" fmla="*/ 221852 w 897823"/>
              <a:gd name="connsiteY11" fmla="*/ 419140 h 897824"/>
              <a:gd name="connsiteX12" fmla="*/ 88914 w 897823"/>
              <a:gd name="connsiteY12" fmla="*/ 177825 h 897824"/>
              <a:gd name="connsiteX13" fmla="*/ 347862 w 897823"/>
              <a:gd name="connsiteY13" fmla="*/ 257067 h 897824"/>
              <a:gd name="connsiteX14" fmla="*/ 448912 w 897823"/>
              <a:gd name="connsiteY14" fmla="*/ 0 h 89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7823" h="897824">
                <a:moveTo>
                  <a:pt x="448912" y="0"/>
                </a:moveTo>
                <a:lnTo>
                  <a:pt x="549961" y="257067"/>
                </a:lnTo>
                <a:lnTo>
                  <a:pt x="808909" y="177825"/>
                </a:lnTo>
                <a:lnTo>
                  <a:pt x="675971" y="419140"/>
                </a:lnTo>
                <a:lnTo>
                  <a:pt x="897823" y="577393"/>
                </a:lnTo>
                <a:lnTo>
                  <a:pt x="630998" y="621242"/>
                </a:lnTo>
                <a:lnTo>
                  <a:pt x="648694" y="897824"/>
                </a:lnTo>
                <a:lnTo>
                  <a:pt x="448912" y="711186"/>
                </a:lnTo>
                <a:lnTo>
                  <a:pt x="249129" y="897824"/>
                </a:lnTo>
                <a:lnTo>
                  <a:pt x="266825" y="621242"/>
                </a:lnTo>
                <a:lnTo>
                  <a:pt x="0" y="577393"/>
                </a:lnTo>
                <a:lnTo>
                  <a:pt x="221852" y="419140"/>
                </a:lnTo>
                <a:lnTo>
                  <a:pt x="88914" y="177825"/>
                </a:lnTo>
                <a:lnTo>
                  <a:pt x="347862" y="257067"/>
                </a:lnTo>
                <a:lnTo>
                  <a:pt x="4489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7" name="Star 6">
            <a:extLst>
              <a:ext uri="{FF2B5EF4-FFF2-40B4-BE49-F238E27FC236}">
                <a16:creationId xmlns:a16="http://schemas.microsoft.com/office/drawing/2014/main" id="{E8ABE571-5E7B-40C2-95BE-5DB92A7EAFFA}"/>
              </a:ext>
            </a:extLst>
          </p:cNvPr>
          <p:cNvSpPr/>
          <p:nvPr/>
        </p:nvSpPr>
        <p:spPr>
          <a:xfrm>
            <a:off x="2317350" y="4414477"/>
            <a:ext cx="1456374" cy="1456374"/>
          </a:xfrm>
          <a:prstGeom prst="star7">
            <a:avLst>
              <a:gd name="adj" fmla="val 25290"/>
              <a:gd name="hf" fmla="val 102572"/>
              <a:gd name="vf" fmla="val 1052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Australia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澳大利亚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42079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99">
            <a:extLst>
              <a:ext uri="{FF2B5EF4-FFF2-40B4-BE49-F238E27FC236}">
                <a16:creationId xmlns:a16="http://schemas.microsoft.com/office/drawing/2014/main" id="{F6925392-2509-4D91-80C3-EB05AB44E2B7}"/>
              </a:ext>
            </a:extLst>
          </p:cNvPr>
          <p:cNvSpPr>
            <a:spLocks/>
          </p:cNvSpPr>
          <p:nvPr/>
        </p:nvSpPr>
        <p:spPr>
          <a:xfrm>
            <a:off x="-384000" y="-351000"/>
            <a:ext cx="12960000" cy="7560000"/>
          </a:xfrm>
          <a:prstGeom prst="rect">
            <a:avLst/>
          </a:prstGeom>
          <a:noFill/>
          <a:ln w="5080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42" name="Group 992">
            <a:extLst>
              <a:ext uri="{FF2B5EF4-FFF2-40B4-BE49-F238E27FC236}">
                <a16:creationId xmlns:a16="http://schemas.microsoft.com/office/drawing/2014/main" id="{5EC6BCFF-E4C4-40C9-A63B-0406629901EB}"/>
              </a:ext>
            </a:extLst>
          </p:cNvPr>
          <p:cNvGrpSpPr/>
          <p:nvPr/>
        </p:nvGrpSpPr>
        <p:grpSpPr>
          <a:xfrm>
            <a:off x="-3284" y="0"/>
            <a:ext cx="12195284" cy="6856887"/>
            <a:chOff x="-3284" y="0"/>
            <a:chExt cx="12195284" cy="6856887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5E920E7A-78B8-4874-B50A-D4FB4081C39D}"/>
                </a:ext>
              </a:extLst>
            </p:cNvPr>
            <p:cNvSpPr/>
            <p:nvPr/>
          </p:nvSpPr>
          <p:spPr>
            <a:xfrm>
              <a:off x="6094358" y="0"/>
              <a:ext cx="6097642" cy="3428444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B819AD87-95AE-4A04-8139-869C1967F5FD}"/>
                </a:ext>
              </a:extLst>
            </p:cNvPr>
            <p:cNvSpPr/>
            <p:nvPr/>
          </p:nvSpPr>
          <p:spPr>
            <a:xfrm>
              <a:off x="6094358" y="3428442"/>
              <a:ext cx="6097642" cy="3428445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7B7DF138-5A90-4845-9930-3E66DD531376}"/>
                </a:ext>
              </a:extLst>
            </p:cNvPr>
            <p:cNvSpPr/>
            <p:nvPr/>
          </p:nvSpPr>
          <p:spPr>
            <a:xfrm>
              <a:off x="-3284" y="3426729"/>
              <a:ext cx="6097642" cy="3430157"/>
            </a:xfrm>
            <a:prstGeom prst="rect">
              <a:avLst/>
            </a:prstGeom>
            <a:solidFill>
              <a:srgbClr val="032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-3280" y="1444499"/>
            <a:ext cx="6097642" cy="540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2776360" y="-1"/>
            <a:ext cx="540000" cy="3428444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0" name="Triangle 1">
            <a:extLst>
              <a:ext uri="{FF2B5EF4-FFF2-40B4-BE49-F238E27FC236}">
                <a16:creationId xmlns:a16="http://schemas.microsoft.com/office/drawing/2014/main" id="{F97B4B77-B783-45B1-9805-B26C17D9E3B5}"/>
              </a:ext>
            </a:extLst>
          </p:cNvPr>
          <p:cNvSpPr/>
          <p:nvPr/>
        </p:nvSpPr>
        <p:spPr>
          <a:xfrm flipV="1">
            <a:off x="3504815" y="-1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Triangle 2">
            <a:extLst>
              <a:ext uri="{FF2B5EF4-FFF2-40B4-BE49-F238E27FC236}">
                <a16:creationId xmlns:a16="http://schemas.microsoft.com/office/drawing/2014/main" id="{632EA5ED-89F6-4A16-81B1-3C292BA0EB84}"/>
              </a:ext>
            </a:extLst>
          </p:cNvPr>
          <p:cNvSpPr/>
          <p:nvPr/>
        </p:nvSpPr>
        <p:spPr>
          <a:xfrm flipH="1">
            <a:off x="4654361" y="441158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Triangle 3">
            <a:extLst>
              <a:ext uri="{FF2B5EF4-FFF2-40B4-BE49-F238E27FC236}">
                <a16:creationId xmlns:a16="http://schemas.microsoft.com/office/drawing/2014/main" id="{F2DF7EF9-B3D5-447D-B471-F388A85F46AB}"/>
              </a:ext>
            </a:extLst>
          </p:cNvPr>
          <p:cNvSpPr/>
          <p:nvPr/>
        </p:nvSpPr>
        <p:spPr>
          <a:xfrm flipH="1" flipV="1">
            <a:off x="4654361" y="2158629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2" name="Triangle 4">
            <a:extLst>
              <a:ext uri="{FF2B5EF4-FFF2-40B4-BE49-F238E27FC236}">
                <a16:creationId xmlns:a16="http://schemas.microsoft.com/office/drawing/2014/main" id="{D1EB520C-C68E-4249-ACCC-BE66281F9E19}"/>
              </a:ext>
            </a:extLst>
          </p:cNvPr>
          <p:cNvSpPr/>
          <p:nvPr/>
        </p:nvSpPr>
        <p:spPr>
          <a:xfrm>
            <a:off x="3504815" y="2241000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4" name="Triangle 5">
            <a:extLst>
              <a:ext uri="{FF2B5EF4-FFF2-40B4-BE49-F238E27FC236}">
                <a16:creationId xmlns:a16="http://schemas.microsoft.com/office/drawing/2014/main" id="{6B34958E-6581-4164-B99F-E0C83E2EA50A}"/>
              </a:ext>
            </a:extLst>
          </p:cNvPr>
          <p:cNvSpPr/>
          <p:nvPr/>
        </p:nvSpPr>
        <p:spPr>
          <a:xfrm flipH="1">
            <a:off x="518887" y="2241000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Triangle 6">
            <a:extLst>
              <a:ext uri="{FF2B5EF4-FFF2-40B4-BE49-F238E27FC236}">
                <a16:creationId xmlns:a16="http://schemas.microsoft.com/office/drawing/2014/main" id="{D9B8E0C4-2102-47AE-BE57-EC2B121E0B43}"/>
              </a:ext>
            </a:extLst>
          </p:cNvPr>
          <p:cNvSpPr/>
          <p:nvPr/>
        </p:nvSpPr>
        <p:spPr>
          <a:xfrm flipV="1">
            <a:off x="-1640" y="2158629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Triangle 7">
            <a:extLst>
              <a:ext uri="{FF2B5EF4-FFF2-40B4-BE49-F238E27FC236}">
                <a16:creationId xmlns:a16="http://schemas.microsoft.com/office/drawing/2014/main" id="{DB723480-AC33-4E47-9DBB-6E520D5A9DD2}"/>
              </a:ext>
            </a:extLst>
          </p:cNvPr>
          <p:cNvSpPr/>
          <p:nvPr/>
        </p:nvSpPr>
        <p:spPr>
          <a:xfrm>
            <a:off x="-1640" y="441613"/>
            <a:ext cx="1440000" cy="828757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8" name="Triangle 8">
            <a:extLst>
              <a:ext uri="{FF2B5EF4-FFF2-40B4-BE49-F238E27FC236}">
                <a16:creationId xmlns:a16="http://schemas.microsoft.com/office/drawing/2014/main" id="{70F8C60C-BAB6-44FA-BFCA-898A422811F1}"/>
              </a:ext>
            </a:extLst>
          </p:cNvPr>
          <p:cNvSpPr/>
          <p:nvPr/>
        </p:nvSpPr>
        <p:spPr>
          <a:xfrm flipH="1" flipV="1">
            <a:off x="517905" y="-2"/>
            <a:ext cx="2070001" cy="1188000"/>
          </a:xfrm>
          <a:prstGeom prst="rtTriangle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7" name="Parallelogram 1">
            <a:extLst>
              <a:ext uri="{FF2B5EF4-FFF2-40B4-BE49-F238E27FC236}">
                <a16:creationId xmlns:a16="http://schemas.microsoft.com/office/drawing/2014/main" id="{52CEE331-58F1-4717-8450-A17DDE622228}"/>
              </a:ext>
            </a:extLst>
          </p:cNvPr>
          <p:cNvSpPr/>
          <p:nvPr/>
        </p:nvSpPr>
        <p:spPr>
          <a:xfrm>
            <a:off x="3503833" y="0"/>
            <a:ext cx="2590528" cy="1268202"/>
          </a:xfrm>
          <a:prstGeom prst="parallelogram">
            <a:avLst>
              <a:gd name="adj" fmla="val 172920"/>
            </a:avLst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37" name="Group 2">
            <a:extLst>
              <a:ext uri="{FF2B5EF4-FFF2-40B4-BE49-F238E27FC236}">
                <a16:creationId xmlns:a16="http://schemas.microsoft.com/office/drawing/2014/main" id="{BCEE0933-23E6-4D9A-9B9D-A34B8E414BCD}"/>
              </a:ext>
            </a:extLst>
          </p:cNvPr>
          <p:cNvGrpSpPr/>
          <p:nvPr/>
        </p:nvGrpSpPr>
        <p:grpSpPr>
          <a:xfrm>
            <a:off x="4135674" y="2158629"/>
            <a:ext cx="1960328" cy="1130154"/>
            <a:chOff x="8274627" y="4317258"/>
            <a:chExt cx="3920654" cy="2260308"/>
          </a:xfrm>
        </p:grpSpPr>
        <p:sp>
          <p:nvSpPr>
            <p:cNvPr id="31" name="Parallelogram 2">
              <a:extLst>
                <a:ext uri="{FF2B5EF4-FFF2-40B4-BE49-F238E27FC236}">
                  <a16:creationId xmlns:a16="http://schemas.microsoft.com/office/drawing/2014/main" id="{78B31B0F-A298-4F6F-AB19-B0ED8250053C}"/>
                </a:ext>
              </a:extLst>
            </p:cNvPr>
            <p:cNvSpPr/>
            <p:nvPr/>
          </p:nvSpPr>
          <p:spPr>
            <a:xfrm flipH="1">
              <a:off x="8274627" y="4317258"/>
              <a:ext cx="3920654" cy="1788260"/>
            </a:xfrm>
            <a:prstGeom prst="parallelogram">
              <a:avLst>
                <a:gd name="adj" fmla="val 173568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5" name="Triangle 9">
              <a:extLst>
                <a:ext uri="{FF2B5EF4-FFF2-40B4-BE49-F238E27FC236}">
                  <a16:creationId xmlns:a16="http://schemas.microsoft.com/office/drawing/2014/main" id="{18D5D1E6-0970-4733-BAA5-D3A684C7E56C}"/>
                </a:ext>
              </a:extLst>
            </p:cNvPr>
            <p:cNvSpPr/>
            <p:nvPr/>
          </p:nvSpPr>
          <p:spPr>
            <a:xfrm flipH="1" flipV="1">
              <a:off x="11371795" y="6105518"/>
              <a:ext cx="820204" cy="472048"/>
            </a:xfrm>
            <a:prstGeom prst="rtTriangle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9" name="Parallelogram 3">
            <a:extLst>
              <a:ext uri="{FF2B5EF4-FFF2-40B4-BE49-F238E27FC236}">
                <a16:creationId xmlns:a16="http://schemas.microsoft.com/office/drawing/2014/main" id="{4FD73669-283B-40DD-A961-17FEC864AEF4}"/>
              </a:ext>
            </a:extLst>
          </p:cNvPr>
          <p:cNvSpPr/>
          <p:nvPr/>
        </p:nvSpPr>
        <p:spPr>
          <a:xfrm>
            <a:off x="-1640" y="2160798"/>
            <a:ext cx="2590528" cy="1268202"/>
          </a:xfrm>
          <a:prstGeom prst="parallelogram">
            <a:avLst>
              <a:gd name="adj" fmla="val 172920"/>
            </a:avLst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440BA1D0-232E-49F3-B075-2EF77E093C83}"/>
              </a:ext>
            </a:extLst>
          </p:cNvPr>
          <p:cNvGrpSpPr/>
          <p:nvPr/>
        </p:nvGrpSpPr>
        <p:grpSpPr>
          <a:xfrm>
            <a:off x="-3281" y="139147"/>
            <a:ext cx="1960328" cy="1129055"/>
            <a:chOff x="-3281" y="278296"/>
            <a:chExt cx="3920654" cy="2258109"/>
          </a:xfrm>
        </p:grpSpPr>
        <p:sp>
          <p:nvSpPr>
            <p:cNvPr id="25" name="Parallelogram 4">
              <a:extLst>
                <a:ext uri="{FF2B5EF4-FFF2-40B4-BE49-F238E27FC236}">
                  <a16:creationId xmlns:a16="http://schemas.microsoft.com/office/drawing/2014/main" id="{D4A84030-D242-4753-A7FB-51E13BFB2EE8}"/>
                </a:ext>
              </a:extLst>
            </p:cNvPr>
            <p:cNvSpPr/>
            <p:nvPr/>
          </p:nvSpPr>
          <p:spPr>
            <a:xfrm flipH="1">
              <a:off x="-3281" y="748145"/>
              <a:ext cx="3920654" cy="1788260"/>
            </a:xfrm>
            <a:prstGeom prst="parallelogram">
              <a:avLst>
                <a:gd name="adj" fmla="val 173568"/>
              </a:avLst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3" name="Triangle 10">
              <a:extLst>
                <a:ext uri="{FF2B5EF4-FFF2-40B4-BE49-F238E27FC236}">
                  <a16:creationId xmlns:a16="http://schemas.microsoft.com/office/drawing/2014/main" id="{B2C25CA7-603D-4553-B092-EAD2E4306D1D}"/>
                </a:ext>
              </a:extLst>
            </p:cNvPr>
            <p:cNvSpPr/>
            <p:nvPr/>
          </p:nvSpPr>
          <p:spPr>
            <a:xfrm>
              <a:off x="-3281" y="278296"/>
              <a:ext cx="820204" cy="472048"/>
            </a:xfrm>
            <a:prstGeom prst="rtTriangle">
              <a:avLst/>
            </a:pr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40" name="Freeform 1">
            <a:extLst>
              <a:ext uri="{FF2B5EF4-FFF2-40B4-BE49-F238E27FC236}">
                <a16:creationId xmlns:a16="http://schemas.microsoft.com/office/drawing/2014/main" id="{BA4D6556-27BA-4CF2-8D4E-9F135835F716}"/>
              </a:ext>
            </a:extLst>
          </p:cNvPr>
          <p:cNvSpPr/>
          <p:nvPr/>
        </p:nvSpPr>
        <p:spPr>
          <a:xfrm>
            <a:off x="8727091" y="634101"/>
            <a:ext cx="1195752" cy="1195751"/>
          </a:xfrm>
          <a:custGeom>
            <a:avLst/>
            <a:gdLst>
              <a:gd name="connsiteX0" fmla="*/ 597876 w 1195752"/>
              <a:gd name="connsiteY0" fmla="*/ 0 h 1195751"/>
              <a:gd name="connsiteX1" fmla="*/ 739013 w 1195752"/>
              <a:gd name="connsiteY1" fmla="*/ 456739 h 1195751"/>
              <a:gd name="connsiteX2" fmla="*/ 1195752 w 1195752"/>
              <a:gd name="connsiteY2" fmla="*/ 456736 h 1195751"/>
              <a:gd name="connsiteX3" fmla="*/ 826241 w 1195752"/>
              <a:gd name="connsiteY3" fmla="*/ 739014 h 1195751"/>
              <a:gd name="connsiteX4" fmla="*/ 967384 w 1195752"/>
              <a:gd name="connsiteY4" fmla="*/ 1195751 h 1195751"/>
              <a:gd name="connsiteX5" fmla="*/ 597876 w 1195752"/>
              <a:gd name="connsiteY5" fmla="*/ 913468 h 1195751"/>
              <a:gd name="connsiteX6" fmla="*/ 228368 w 1195752"/>
              <a:gd name="connsiteY6" fmla="*/ 1195751 h 1195751"/>
              <a:gd name="connsiteX7" fmla="*/ 369511 w 1195752"/>
              <a:gd name="connsiteY7" fmla="*/ 739014 h 1195751"/>
              <a:gd name="connsiteX8" fmla="*/ 0 w 1195752"/>
              <a:gd name="connsiteY8" fmla="*/ 456736 h 1195751"/>
              <a:gd name="connsiteX9" fmla="*/ 456739 w 1195752"/>
              <a:gd name="connsiteY9" fmla="*/ 456739 h 1195751"/>
              <a:gd name="connsiteX10" fmla="*/ 597876 w 1195752"/>
              <a:gd name="connsiteY10" fmla="*/ 0 h 119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95752" h="1195751">
                <a:moveTo>
                  <a:pt x="597876" y="0"/>
                </a:moveTo>
                <a:lnTo>
                  <a:pt x="739013" y="456739"/>
                </a:lnTo>
                <a:lnTo>
                  <a:pt x="1195752" y="456736"/>
                </a:lnTo>
                <a:lnTo>
                  <a:pt x="826241" y="739014"/>
                </a:lnTo>
                <a:lnTo>
                  <a:pt x="967384" y="1195751"/>
                </a:lnTo>
                <a:lnTo>
                  <a:pt x="597876" y="913468"/>
                </a:lnTo>
                <a:lnTo>
                  <a:pt x="228368" y="1195751"/>
                </a:lnTo>
                <a:lnTo>
                  <a:pt x="369511" y="739014"/>
                </a:lnTo>
                <a:lnTo>
                  <a:pt x="0" y="456736"/>
                </a:lnTo>
                <a:lnTo>
                  <a:pt x="456739" y="456739"/>
                </a:lnTo>
                <a:lnTo>
                  <a:pt x="597876" y="0"/>
                </a:lnTo>
                <a:close/>
              </a:path>
            </a:pathLst>
          </a:custGeom>
          <a:solidFill>
            <a:srgbClr val="FE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4" name="Freeform 2">
            <a:extLst>
              <a:ext uri="{FF2B5EF4-FFF2-40B4-BE49-F238E27FC236}">
                <a16:creationId xmlns:a16="http://schemas.microsoft.com/office/drawing/2014/main" id="{B86D6A2B-64E4-4C1B-A425-F9337A9FE17E}"/>
              </a:ext>
            </a:extLst>
          </p:cNvPr>
          <p:cNvSpPr/>
          <p:nvPr/>
        </p:nvSpPr>
        <p:spPr>
          <a:xfrm>
            <a:off x="7177073" y="2454883"/>
            <a:ext cx="1195752" cy="1195751"/>
          </a:xfrm>
          <a:custGeom>
            <a:avLst/>
            <a:gdLst>
              <a:gd name="connsiteX0" fmla="*/ 597876 w 1195752"/>
              <a:gd name="connsiteY0" fmla="*/ 0 h 1195751"/>
              <a:gd name="connsiteX1" fmla="*/ 739013 w 1195752"/>
              <a:gd name="connsiteY1" fmla="*/ 456739 h 1195751"/>
              <a:gd name="connsiteX2" fmla="*/ 1195752 w 1195752"/>
              <a:gd name="connsiteY2" fmla="*/ 456736 h 1195751"/>
              <a:gd name="connsiteX3" fmla="*/ 826241 w 1195752"/>
              <a:gd name="connsiteY3" fmla="*/ 739014 h 1195751"/>
              <a:gd name="connsiteX4" fmla="*/ 967384 w 1195752"/>
              <a:gd name="connsiteY4" fmla="*/ 1195751 h 1195751"/>
              <a:gd name="connsiteX5" fmla="*/ 597876 w 1195752"/>
              <a:gd name="connsiteY5" fmla="*/ 913468 h 1195751"/>
              <a:gd name="connsiteX6" fmla="*/ 228368 w 1195752"/>
              <a:gd name="connsiteY6" fmla="*/ 1195751 h 1195751"/>
              <a:gd name="connsiteX7" fmla="*/ 369511 w 1195752"/>
              <a:gd name="connsiteY7" fmla="*/ 739014 h 1195751"/>
              <a:gd name="connsiteX8" fmla="*/ 0 w 1195752"/>
              <a:gd name="connsiteY8" fmla="*/ 456736 h 1195751"/>
              <a:gd name="connsiteX9" fmla="*/ 456739 w 1195752"/>
              <a:gd name="connsiteY9" fmla="*/ 456739 h 1195751"/>
              <a:gd name="connsiteX10" fmla="*/ 597876 w 1195752"/>
              <a:gd name="connsiteY10" fmla="*/ 0 h 119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95752" h="1195751">
                <a:moveTo>
                  <a:pt x="597876" y="0"/>
                </a:moveTo>
                <a:lnTo>
                  <a:pt x="739013" y="456739"/>
                </a:lnTo>
                <a:lnTo>
                  <a:pt x="1195752" y="456736"/>
                </a:lnTo>
                <a:lnTo>
                  <a:pt x="826241" y="739014"/>
                </a:lnTo>
                <a:lnTo>
                  <a:pt x="967384" y="1195751"/>
                </a:lnTo>
                <a:lnTo>
                  <a:pt x="597876" y="913468"/>
                </a:lnTo>
                <a:lnTo>
                  <a:pt x="228368" y="1195751"/>
                </a:lnTo>
                <a:lnTo>
                  <a:pt x="369511" y="739014"/>
                </a:lnTo>
                <a:lnTo>
                  <a:pt x="0" y="456736"/>
                </a:lnTo>
                <a:lnTo>
                  <a:pt x="456739" y="456739"/>
                </a:lnTo>
                <a:lnTo>
                  <a:pt x="597876" y="0"/>
                </a:lnTo>
                <a:close/>
              </a:path>
            </a:pathLst>
          </a:custGeom>
          <a:solidFill>
            <a:srgbClr val="FE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8" name="Freeform 3">
            <a:extLst>
              <a:ext uri="{FF2B5EF4-FFF2-40B4-BE49-F238E27FC236}">
                <a16:creationId xmlns:a16="http://schemas.microsoft.com/office/drawing/2014/main" id="{2598A890-EB45-4727-BE05-F496F3E9359E}"/>
              </a:ext>
            </a:extLst>
          </p:cNvPr>
          <p:cNvSpPr/>
          <p:nvPr/>
        </p:nvSpPr>
        <p:spPr>
          <a:xfrm>
            <a:off x="10011723" y="2141510"/>
            <a:ext cx="1195752" cy="1195751"/>
          </a:xfrm>
          <a:custGeom>
            <a:avLst/>
            <a:gdLst>
              <a:gd name="connsiteX0" fmla="*/ 597876 w 1195752"/>
              <a:gd name="connsiteY0" fmla="*/ 0 h 1195751"/>
              <a:gd name="connsiteX1" fmla="*/ 739013 w 1195752"/>
              <a:gd name="connsiteY1" fmla="*/ 456739 h 1195751"/>
              <a:gd name="connsiteX2" fmla="*/ 1195752 w 1195752"/>
              <a:gd name="connsiteY2" fmla="*/ 456736 h 1195751"/>
              <a:gd name="connsiteX3" fmla="*/ 826241 w 1195752"/>
              <a:gd name="connsiteY3" fmla="*/ 739014 h 1195751"/>
              <a:gd name="connsiteX4" fmla="*/ 967384 w 1195752"/>
              <a:gd name="connsiteY4" fmla="*/ 1195751 h 1195751"/>
              <a:gd name="connsiteX5" fmla="*/ 597876 w 1195752"/>
              <a:gd name="connsiteY5" fmla="*/ 913468 h 1195751"/>
              <a:gd name="connsiteX6" fmla="*/ 228368 w 1195752"/>
              <a:gd name="connsiteY6" fmla="*/ 1195751 h 1195751"/>
              <a:gd name="connsiteX7" fmla="*/ 369511 w 1195752"/>
              <a:gd name="connsiteY7" fmla="*/ 739014 h 1195751"/>
              <a:gd name="connsiteX8" fmla="*/ 0 w 1195752"/>
              <a:gd name="connsiteY8" fmla="*/ 456736 h 1195751"/>
              <a:gd name="connsiteX9" fmla="*/ 456739 w 1195752"/>
              <a:gd name="connsiteY9" fmla="*/ 456739 h 1195751"/>
              <a:gd name="connsiteX10" fmla="*/ 597876 w 1195752"/>
              <a:gd name="connsiteY10" fmla="*/ 0 h 119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95752" h="1195751">
                <a:moveTo>
                  <a:pt x="597876" y="0"/>
                </a:moveTo>
                <a:lnTo>
                  <a:pt x="739013" y="456739"/>
                </a:lnTo>
                <a:lnTo>
                  <a:pt x="1195752" y="456736"/>
                </a:lnTo>
                <a:lnTo>
                  <a:pt x="826241" y="739014"/>
                </a:lnTo>
                <a:lnTo>
                  <a:pt x="967384" y="1195751"/>
                </a:lnTo>
                <a:lnTo>
                  <a:pt x="597876" y="913468"/>
                </a:lnTo>
                <a:lnTo>
                  <a:pt x="228368" y="1195751"/>
                </a:lnTo>
                <a:lnTo>
                  <a:pt x="369511" y="739014"/>
                </a:lnTo>
                <a:lnTo>
                  <a:pt x="0" y="456736"/>
                </a:lnTo>
                <a:lnTo>
                  <a:pt x="456739" y="456739"/>
                </a:lnTo>
                <a:lnTo>
                  <a:pt x="597876" y="0"/>
                </a:lnTo>
                <a:close/>
              </a:path>
            </a:pathLst>
          </a:custGeom>
          <a:solidFill>
            <a:srgbClr val="FE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F43C971C-7C4C-4D92-ABBC-C3D7513F13F7}"/>
              </a:ext>
            </a:extLst>
          </p:cNvPr>
          <p:cNvSpPr/>
          <p:nvPr/>
        </p:nvSpPr>
        <p:spPr>
          <a:xfrm>
            <a:off x="8638211" y="4715377"/>
            <a:ext cx="1373512" cy="1373511"/>
          </a:xfrm>
          <a:custGeom>
            <a:avLst/>
            <a:gdLst>
              <a:gd name="connsiteX0" fmla="*/ 597876 w 1195752"/>
              <a:gd name="connsiteY0" fmla="*/ 0 h 1195751"/>
              <a:gd name="connsiteX1" fmla="*/ 739013 w 1195752"/>
              <a:gd name="connsiteY1" fmla="*/ 456739 h 1195751"/>
              <a:gd name="connsiteX2" fmla="*/ 1195752 w 1195752"/>
              <a:gd name="connsiteY2" fmla="*/ 456736 h 1195751"/>
              <a:gd name="connsiteX3" fmla="*/ 826241 w 1195752"/>
              <a:gd name="connsiteY3" fmla="*/ 739014 h 1195751"/>
              <a:gd name="connsiteX4" fmla="*/ 967384 w 1195752"/>
              <a:gd name="connsiteY4" fmla="*/ 1195751 h 1195751"/>
              <a:gd name="connsiteX5" fmla="*/ 597876 w 1195752"/>
              <a:gd name="connsiteY5" fmla="*/ 913468 h 1195751"/>
              <a:gd name="connsiteX6" fmla="*/ 228368 w 1195752"/>
              <a:gd name="connsiteY6" fmla="*/ 1195751 h 1195751"/>
              <a:gd name="connsiteX7" fmla="*/ 369511 w 1195752"/>
              <a:gd name="connsiteY7" fmla="*/ 739014 h 1195751"/>
              <a:gd name="connsiteX8" fmla="*/ 0 w 1195752"/>
              <a:gd name="connsiteY8" fmla="*/ 456736 h 1195751"/>
              <a:gd name="connsiteX9" fmla="*/ 456739 w 1195752"/>
              <a:gd name="connsiteY9" fmla="*/ 456739 h 1195751"/>
              <a:gd name="connsiteX10" fmla="*/ 597876 w 1195752"/>
              <a:gd name="connsiteY10" fmla="*/ 0 h 119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95752" h="1195751">
                <a:moveTo>
                  <a:pt x="597876" y="0"/>
                </a:moveTo>
                <a:lnTo>
                  <a:pt x="739013" y="456739"/>
                </a:lnTo>
                <a:lnTo>
                  <a:pt x="1195752" y="456736"/>
                </a:lnTo>
                <a:lnTo>
                  <a:pt x="826241" y="739014"/>
                </a:lnTo>
                <a:lnTo>
                  <a:pt x="967384" y="1195751"/>
                </a:lnTo>
                <a:lnTo>
                  <a:pt x="597876" y="913468"/>
                </a:lnTo>
                <a:lnTo>
                  <a:pt x="228368" y="1195751"/>
                </a:lnTo>
                <a:lnTo>
                  <a:pt x="369511" y="739014"/>
                </a:lnTo>
                <a:lnTo>
                  <a:pt x="0" y="456736"/>
                </a:lnTo>
                <a:lnTo>
                  <a:pt x="456739" y="456739"/>
                </a:lnTo>
                <a:lnTo>
                  <a:pt x="597876" y="0"/>
                </a:lnTo>
                <a:close/>
              </a:path>
            </a:pathLst>
          </a:custGeom>
          <a:solidFill>
            <a:srgbClr val="FE0000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New Zealand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新西兰（纽西兰）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172050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800">
        <p159:morph option="byWord"/>
      </p:transition>
    </mc:Choice>
    <mc:Fallback xmlns="">
      <p:transition spd="slow" advClick="0" advTm="1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9" presetClass="exit" presetSubtype="0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9" presetClass="exit" presetSubtype="0" ac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4" grpId="0" animBg="1"/>
      <p:bldP spid="38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99">
            <a:extLst>
              <a:ext uri="{FF2B5EF4-FFF2-40B4-BE49-F238E27FC236}">
                <a16:creationId xmlns:a16="http://schemas.microsoft.com/office/drawing/2014/main" id="{8B9FC82B-9D84-42DB-9B09-BA9E394765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5080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1440000" y="2889000"/>
            <a:ext cx="4320000" cy="10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3060000" y="1269000"/>
            <a:ext cx="1080000" cy="432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Oval 1">
            <a:extLst>
              <a:ext uri="{FF2B5EF4-FFF2-40B4-BE49-F238E27FC236}">
                <a16:creationId xmlns:a16="http://schemas.microsoft.com/office/drawing/2014/main" id="{377E6817-C3AC-4146-A98C-1E5F6D96EEE7}"/>
              </a:ext>
            </a:extLst>
          </p:cNvPr>
          <p:cNvSpPr/>
          <p:nvPr/>
        </p:nvSpPr>
        <p:spPr>
          <a:xfrm>
            <a:off x="6768000" y="1269000"/>
            <a:ext cx="4320000" cy="432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Oval 2">
            <a:extLst>
              <a:ext uri="{FF2B5EF4-FFF2-40B4-BE49-F238E27FC236}">
                <a16:creationId xmlns:a16="http://schemas.microsoft.com/office/drawing/2014/main" id="{2AFAC871-A8E9-44A2-9C6F-36E621280D60}"/>
              </a:ext>
            </a:extLst>
          </p:cNvPr>
          <p:cNvSpPr/>
          <p:nvPr/>
        </p:nvSpPr>
        <p:spPr>
          <a:xfrm>
            <a:off x="7727557" y="1629000"/>
            <a:ext cx="3600000" cy="360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International Federation of Red Cross and Red Crescent Societies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红十字会与红新月会国际联合会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227665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1E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99">
            <a:extLst>
              <a:ext uri="{FF2B5EF4-FFF2-40B4-BE49-F238E27FC236}">
                <a16:creationId xmlns:a16="http://schemas.microsoft.com/office/drawing/2014/main" id="{A7A909C4-5257-4E90-8B0D-A06722365E64}"/>
              </a:ext>
            </a:extLst>
          </p:cNvPr>
          <p:cNvSpPr>
            <a:spLocks/>
          </p:cNvSpPr>
          <p:nvPr/>
        </p:nvSpPr>
        <p:spPr>
          <a:xfrm>
            <a:off x="-384000" y="-351000"/>
            <a:ext cx="12960000" cy="7560000"/>
          </a:xfrm>
          <a:prstGeom prst="rect">
            <a:avLst/>
          </a:prstGeom>
          <a:noFill/>
          <a:ln w="5080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3576000" y="2709000"/>
            <a:ext cx="504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5376000" y="909000"/>
            <a:ext cx="1440000" cy="50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Switzerland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瑞士联邦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327203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0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3069000"/>
            <a:ext cx="12192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3240000" y="-2"/>
            <a:ext cx="720000" cy="6856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Denmark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丹麦王国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56900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2709000"/>
            <a:ext cx="12192000" cy="1440000"/>
          </a:xfrm>
          <a:prstGeom prst="rect">
            <a:avLst/>
          </a:prstGeom>
          <a:solidFill>
            <a:srgbClr val="FEC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2930510" y="-2"/>
            <a:ext cx="1440000" cy="6856887"/>
          </a:xfrm>
          <a:prstGeom prst="rect">
            <a:avLst/>
          </a:prstGeom>
          <a:solidFill>
            <a:srgbClr val="FEC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Kingdom of Sweden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瑞典王国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529751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2709000"/>
            <a:ext cx="12192000" cy="1440000"/>
          </a:xfrm>
          <a:prstGeom prst="rect">
            <a:avLst/>
          </a:prstGeom>
          <a:solidFill>
            <a:srgbClr val="033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2930510" y="-2"/>
            <a:ext cx="1440000" cy="6856887"/>
          </a:xfrm>
          <a:prstGeom prst="rect">
            <a:avLst/>
          </a:prstGeom>
          <a:solidFill>
            <a:srgbClr val="033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A09D4-3B3D-4129-BFF8-4C794E12CC75}"/>
              </a:ext>
            </a:extLst>
          </p:cNvPr>
          <p:cNvSpPr/>
          <p:nvPr/>
        </p:nvSpPr>
        <p:spPr>
          <a:xfrm>
            <a:off x="0" y="-4"/>
            <a:ext cx="1428414" cy="1336435"/>
          </a:xfrm>
          <a:prstGeom prst="rect">
            <a:avLst/>
          </a:prstGeom>
          <a:solidFill>
            <a:srgbClr val="F02C3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73B9E-F9C7-4E86-89C9-2FEC4BE64282}"/>
              </a:ext>
            </a:extLst>
          </p:cNvPr>
          <p:cNvSpPr/>
          <p:nvPr/>
        </p:nvSpPr>
        <p:spPr>
          <a:xfrm>
            <a:off x="0" y="5521569"/>
            <a:ext cx="1427218" cy="1335316"/>
          </a:xfrm>
          <a:prstGeom prst="rect">
            <a:avLst/>
          </a:prstGeom>
          <a:solidFill>
            <a:srgbClr val="F02C3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B1AAE1-B427-4CBC-B1D7-8EBA3861F4E8}"/>
              </a:ext>
            </a:extLst>
          </p:cNvPr>
          <p:cNvSpPr/>
          <p:nvPr/>
        </p:nvSpPr>
        <p:spPr>
          <a:xfrm>
            <a:off x="8271802" y="0"/>
            <a:ext cx="3920197" cy="1334997"/>
          </a:xfrm>
          <a:prstGeom prst="rect">
            <a:avLst/>
          </a:prstGeom>
          <a:solidFill>
            <a:srgbClr val="F02C3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3656E1B-88E9-4595-BC9C-366C15D56B51}"/>
              </a:ext>
            </a:extLst>
          </p:cNvPr>
          <p:cNvSpPr/>
          <p:nvPr/>
        </p:nvSpPr>
        <p:spPr>
          <a:xfrm>
            <a:off x="8270870" y="5521569"/>
            <a:ext cx="3921129" cy="1335315"/>
          </a:xfrm>
          <a:prstGeom prst="rect">
            <a:avLst/>
          </a:prstGeom>
          <a:solidFill>
            <a:srgbClr val="F02C3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Finland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芬兰共和国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836071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3069000"/>
            <a:ext cx="12192000" cy="720000"/>
          </a:xfrm>
          <a:prstGeom prst="rect">
            <a:avLst/>
          </a:prstGeom>
          <a:solidFill>
            <a:srgbClr val="012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3240000" y="-2"/>
            <a:ext cx="720000" cy="6856887"/>
          </a:xfrm>
          <a:prstGeom prst="rect">
            <a:avLst/>
          </a:prstGeom>
          <a:solidFill>
            <a:srgbClr val="012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80679-EF4D-42DC-A90D-F61272349B5C}"/>
              </a:ext>
            </a:extLst>
          </p:cNvPr>
          <p:cNvSpPr/>
          <p:nvPr/>
        </p:nvSpPr>
        <p:spPr>
          <a:xfrm>
            <a:off x="0" y="-4"/>
            <a:ext cx="2856822" cy="2672865"/>
          </a:xfrm>
          <a:prstGeom prst="rect">
            <a:avLst/>
          </a:prstGeom>
          <a:solidFill>
            <a:srgbClr val="F0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0E1C3-EFE9-4FA5-B706-9959C34BA794}"/>
              </a:ext>
            </a:extLst>
          </p:cNvPr>
          <p:cNvSpPr/>
          <p:nvPr/>
        </p:nvSpPr>
        <p:spPr>
          <a:xfrm>
            <a:off x="0" y="4184020"/>
            <a:ext cx="2856822" cy="2672865"/>
          </a:xfrm>
          <a:prstGeom prst="rect">
            <a:avLst/>
          </a:prstGeom>
          <a:solidFill>
            <a:srgbClr val="F0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A2002-231F-4FE7-9EE3-133E0F65A762}"/>
              </a:ext>
            </a:extLst>
          </p:cNvPr>
          <p:cNvSpPr/>
          <p:nvPr/>
        </p:nvSpPr>
        <p:spPr>
          <a:xfrm>
            <a:off x="4343178" y="0"/>
            <a:ext cx="7848822" cy="2672865"/>
          </a:xfrm>
          <a:prstGeom prst="rect">
            <a:avLst/>
          </a:prstGeom>
          <a:solidFill>
            <a:srgbClr val="F0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CF7CAE3-ED93-4CEB-958F-D6DA37A9759C}"/>
              </a:ext>
            </a:extLst>
          </p:cNvPr>
          <p:cNvSpPr/>
          <p:nvPr/>
        </p:nvSpPr>
        <p:spPr>
          <a:xfrm>
            <a:off x="4343178" y="4184019"/>
            <a:ext cx="7848822" cy="2672865"/>
          </a:xfrm>
          <a:prstGeom prst="rect">
            <a:avLst/>
          </a:prstGeom>
          <a:solidFill>
            <a:srgbClr val="F02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Kingdom of Norway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挪威王国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35338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3069000"/>
            <a:ext cx="12192000" cy="720000"/>
          </a:xfrm>
          <a:prstGeom prst="rect">
            <a:avLst/>
          </a:prstGeom>
          <a:solidFill>
            <a:srgbClr val="D72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0D4D3-977F-49EA-A977-DE168AC16244}"/>
              </a:ext>
            </a:extLst>
          </p:cNvPr>
          <p:cNvSpPr/>
          <p:nvPr/>
        </p:nvSpPr>
        <p:spPr>
          <a:xfrm>
            <a:off x="3240000" y="-2"/>
            <a:ext cx="720000" cy="6856887"/>
          </a:xfrm>
          <a:prstGeom prst="rect">
            <a:avLst/>
          </a:prstGeom>
          <a:solidFill>
            <a:srgbClr val="D72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80679-EF4D-42DC-A90D-F61272349B5C}"/>
              </a:ext>
            </a:extLst>
          </p:cNvPr>
          <p:cNvSpPr/>
          <p:nvPr/>
        </p:nvSpPr>
        <p:spPr>
          <a:xfrm>
            <a:off x="0" y="-4"/>
            <a:ext cx="2856822" cy="2672865"/>
          </a:xfrm>
          <a:prstGeom prst="rect">
            <a:avLst/>
          </a:prstGeom>
          <a:solidFill>
            <a:srgbClr val="003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0E1C3-EFE9-4FA5-B706-9959C34BA794}"/>
              </a:ext>
            </a:extLst>
          </p:cNvPr>
          <p:cNvSpPr/>
          <p:nvPr/>
        </p:nvSpPr>
        <p:spPr>
          <a:xfrm>
            <a:off x="0" y="4184020"/>
            <a:ext cx="2856822" cy="2672865"/>
          </a:xfrm>
          <a:prstGeom prst="rect">
            <a:avLst/>
          </a:prstGeom>
          <a:solidFill>
            <a:srgbClr val="003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A2002-231F-4FE7-9EE3-133E0F65A762}"/>
              </a:ext>
            </a:extLst>
          </p:cNvPr>
          <p:cNvSpPr/>
          <p:nvPr/>
        </p:nvSpPr>
        <p:spPr>
          <a:xfrm>
            <a:off x="4343178" y="0"/>
            <a:ext cx="7848822" cy="2672865"/>
          </a:xfrm>
          <a:prstGeom prst="rect">
            <a:avLst/>
          </a:prstGeom>
          <a:solidFill>
            <a:srgbClr val="003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CF7CAE3-ED93-4CEB-958F-D6DA37A9759C}"/>
              </a:ext>
            </a:extLst>
          </p:cNvPr>
          <p:cNvSpPr/>
          <p:nvPr/>
        </p:nvSpPr>
        <p:spPr>
          <a:xfrm>
            <a:off x="4343178" y="4184019"/>
            <a:ext cx="7848822" cy="2672865"/>
          </a:xfrm>
          <a:prstGeom prst="rect">
            <a:avLst/>
          </a:prstGeom>
          <a:solidFill>
            <a:srgbClr val="003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Iceland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冰岛共和国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369657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Indonesia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印度尼西亚共和国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169432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3427886"/>
            <a:ext cx="12192000" cy="3429000"/>
          </a:xfrm>
          <a:prstGeom prst="rect">
            <a:avLst/>
          </a:prstGeom>
          <a:solidFill>
            <a:srgbClr val="DD1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Triangle 1">
            <a:extLst>
              <a:ext uri="{FF2B5EF4-FFF2-40B4-BE49-F238E27FC236}">
                <a16:creationId xmlns:a16="http://schemas.microsoft.com/office/drawing/2014/main" id="{A935FCE7-3F90-4673-A608-9175AEB3E590}"/>
              </a:ext>
            </a:extLst>
          </p:cNvPr>
          <p:cNvSpPr/>
          <p:nvPr/>
        </p:nvSpPr>
        <p:spPr>
          <a:xfrm rot="5400000">
            <a:off x="-6057221" y="908443"/>
            <a:ext cx="6856888" cy="5040000"/>
          </a:xfrm>
          <a:prstGeom prst="triangle">
            <a:avLst/>
          </a:prstGeom>
          <a:solidFill>
            <a:srgbClr val="12468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Poland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波兰共和国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428184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3427886"/>
            <a:ext cx="12192000" cy="3429000"/>
          </a:xfrm>
          <a:prstGeom prst="rect">
            <a:avLst/>
          </a:prstGeom>
          <a:solidFill>
            <a:srgbClr val="D714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Triangle 1">
            <a:extLst>
              <a:ext uri="{FF2B5EF4-FFF2-40B4-BE49-F238E27FC236}">
                <a16:creationId xmlns:a16="http://schemas.microsoft.com/office/drawing/2014/main" id="{4B1F2C2B-5EB9-416F-A5D5-6B053DB5442D}"/>
              </a:ext>
            </a:extLst>
          </p:cNvPr>
          <p:cNvSpPr/>
          <p:nvPr/>
        </p:nvSpPr>
        <p:spPr>
          <a:xfrm rot="5400000">
            <a:off x="-908444" y="908443"/>
            <a:ext cx="6856888" cy="5040000"/>
          </a:xfrm>
          <a:prstGeom prst="triangle">
            <a:avLst/>
          </a:prstGeom>
          <a:solidFill>
            <a:srgbClr val="1246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Czech Republic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捷克共和国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704620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D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3B76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Triangle 1">
            <a:extLst>
              <a:ext uri="{FF2B5EF4-FFF2-40B4-BE49-F238E27FC236}">
                <a16:creationId xmlns:a16="http://schemas.microsoft.com/office/drawing/2014/main" id="{B6232B5F-E659-40E4-A091-5328127AB271}"/>
              </a:ext>
            </a:extLst>
          </p:cNvPr>
          <p:cNvSpPr/>
          <p:nvPr/>
        </p:nvSpPr>
        <p:spPr>
          <a:xfrm rot="5400000">
            <a:off x="11406398" y="908443"/>
            <a:ext cx="6856888" cy="5040000"/>
          </a:xfrm>
          <a:prstGeom prst="triangle">
            <a:avLst/>
          </a:prstGeom>
          <a:solidFill>
            <a:srgbClr val="12468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127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Ukraine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127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乌克兰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127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77205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2277000"/>
            <a:ext cx="12192000" cy="2304000"/>
          </a:xfrm>
          <a:prstGeom prst="rect">
            <a:avLst/>
          </a:prstGeom>
          <a:solidFill>
            <a:srgbClr val="DC0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0"/>
            <a:ext cx="12192000" cy="2304000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Federal Republic of Germany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德意志联邦共和国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919727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2277000"/>
            <a:ext cx="12192000" cy="2304000"/>
          </a:xfrm>
          <a:prstGeom prst="rect">
            <a:avLst/>
          </a:prstGeom>
          <a:solidFill>
            <a:srgbClr val="000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Russian Federation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俄罗斯联邦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563709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rgbClr val="214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0"/>
            <a:ext cx="12192000" cy="2304000"/>
          </a:xfrm>
          <a:prstGeom prst="rect">
            <a:avLst/>
          </a:prstGeom>
          <a:solidFill>
            <a:srgbClr val="AE1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Netherlands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荷兰王国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985152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0"/>
            <a:ext cx="12192000" cy="2304000"/>
          </a:xfrm>
          <a:prstGeom prst="rect">
            <a:avLst/>
          </a:prstGeom>
          <a:solidFill>
            <a:srgbClr val="D222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rgbClr val="008D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Oval 999">
            <a:extLst>
              <a:ext uri="{FF2B5EF4-FFF2-40B4-BE49-F238E27FC236}">
                <a16:creationId xmlns:a16="http://schemas.microsoft.com/office/drawing/2014/main" id="{D7FF2DA8-CE60-4DFA-8D03-EB27B29C767F}"/>
              </a:ext>
            </a:extLst>
          </p:cNvPr>
          <p:cNvSpPr/>
          <p:nvPr/>
        </p:nvSpPr>
        <p:spPr>
          <a:xfrm>
            <a:off x="6006000" y="3339000"/>
            <a:ext cx="180000" cy="180000"/>
          </a:xfrm>
          <a:prstGeom prst="ellipse">
            <a:avLst/>
          </a:prstGeom>
          <a:solidFill>
            <a:srgbClr val="FCD014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Hungary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匈牙利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12136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0"/>
            <a:ext cx="12192000" cy="2304000"/>
          </a:xfrm>
          <a:prstGeom prst="rect">
            <a:avLst/>
          </a:pr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rgbClr val="01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Oval 999">
            <a:extLst>
              <a:ext uri="{FF2B5EF4-FFF2-40B4-BE49-F238E27FC236}">
                <a16:creationId xmlns:a16="http://schemas.microsoft.com/office/drawing/2014/main" id="{5465E71E-F34B-4C4D-A641-2E76DCCA48A4}"/>
              </a:ext>
            </a:extLst>
          </p:cNvPr>
          <p:cNvSpPr/>
          <p:nvPr/>
        </p:nvSpPr>
        <p:spPr>
          <a:xfrm>
            <a:off x="5286000" y="2619000"/>
            <a:ext cx="1620000" cy="1620000"/>
          </a:xfrm>
          <a:prstGeom prst="ellipse">
            <a:avLst/>
          </a:prstGeom>
          <a:solidFill>
            <a:srgbClr val="FCD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Text Simplified">
            <a:extLst>
              <a:ext uri="{FF2B5EF4-FFF2-40B4-BE49-F238E27FC236}">
                <a16:creationId xmlns:a16="http://schemas.microsoft.com/office/drawing/2014/main" id="{32026A61-D976-4A61-9261-5F595BBDB588}"/>
              </a:ext>
            </a:extLst>
          </p:cNvPr>
          <p:cNvSpPr txBox="1"/>
          <p:nvPr/>
        </p:nvSpPr>
        <p:spPr>
          <a:xfrm>
            <a:off x="0" y="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rial Rounded MT Bold" panose="020F070403050403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!</a:t>
            </a: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Simplified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Arab Republic of Egypt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阿拉伯埃及共和国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421702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0"/>
            <a:ext cx="12192000" cy="2304000"/>
          </a:xfrm>
          <a:prstGeom prst="rect">
            <a:avLst/>
          </a:prstGeom>
          <a:solidFill>
            <a:srgbClr val="FF9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rgbClr val="158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Oval 999">
            <a:extLst>
              <a:ext uri="{FF2B5EF4-FFF2-40B4-BE49-F238E27FC236}">
                <a16:creationId xmlns:a16="http://schemas.microsoft.com/office/drawing/2014/main" id="{5465E71E-F34B-4C4D-A641-2E76DCCA48A4}"/>
              </a:ext>
            </a:extLst>
          </p:cNvPr>
          <p:cNvSpPr/>
          <p:nvPr/>
        </p:nvSpPr>
        <p:spPr>
          <a:xfrm>
            <a:off x="5286000" y="2619000"/>
            <a:ext cx="1620000" cy="1620000"/>
          </a:xfrm>
          <a:prstGeom prst="ellipse">
            <a:avLst/>
          </a:prstGeom>
          <a:solidFill>
            <a:srgbClr val="070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Text Simplified">
            <a:extLst>
              <a:ext uri="{FF2B5EF4-FFF2-40B4-BE49-F238E27FC236}">
                <a16:creationId xmlns:a16="http://schemas.microsoft.com/office/drawing/2014/main" id="{32026A61-D976-4A61-9261-5F595BBDB588}"/>
              </a:ext>
            </a:extLst>
          </p:cNvPr>
          <p:cNvSpPr txBox="1"/>
          <p:nvPr/>
        </p:nvSpPr>
        <p:spPr>
          <a:xfrm>
            <a:off x="0" y="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rial Rounded MT Bold" panose="020F070403050403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!</a:t>
            </a: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Simplified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India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印度共和国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47114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0"/>
            <a:ext cx="12192000" cy="2304000"/>
          </a:xfrm>
          <a:prstGeom prst="rect">
            <a:avLst/>
          </a:prstGeom>
          <a:solidFill>
            <a:srgbClr val="75A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rgbClr val="75A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Oval 999">
            <a:extLst>
              <a:ext uri="{FF2B5EF4-FFF2-40B4-BE49-F238E27FC236}">
                <a16:creationId xmlns:a16="http://schemas.microsoft.com/office/drawing/2014/main" id="{5465E71E-F34B-4C4D-A641-2E76DCCA48A4}"/>
              </a:ext>
            </a:extLst>
          </p:cNvPr>
          <p:cNvSpPr/>
          <p:nvPr/>
        </p:nvSpPr>
        <p:spPr>
          <a:xfrm>
            <a:off x="5286000" y="2619000"/>
            <a:ext cx="1620000" cy="1620000"/>
          </a:xfrm>
          <a:prstGeom prst="ellipse">
            <a:avLst/>
          </a:prstGeom>
          <a:solidFill>
            <a:srgbClr val="F7BF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Text Simplified">
            <a:extLst>
              <a:ext uri="{FF2B5EF4-FFF2-40B4-BE49-F238E27FC236}">
                <a16:creationId xmlns:a16="http://schemas.microsoft.com/office/drawing/2014/main" id="{32026A61-D976-4A61-9261-5F595BBDB588}"/>
              </a:ext>
            </a:extLst>
          </p:cNvPr>
          <p:cNvSpPr txBox="1"/>
          <p:nvPr/>
        </p:nvSpPr>
        <p:spPr>
          <a:xfrm>
            <a:off x="0" y="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rial Rounded MT Bold" panose="020F070403050403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!</a:t>
            </a: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Simplified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Argentina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阿根廷共和国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81131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0"/>
            <a:ext cx="12192000" cy="2304000"/>
          </a:xfrm>
          <a:prstGeom prst="rect">
            <a:avLst/>
          </a:prstGeom>
          <a:solidFill>
            <a:srgbClr val="D81E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4554000"/>
            <a:ext cx="12192000" cy="2304000"/>
          </a:xfrm>
          <a:prstGeom prst="rect">
            <a:avLst/>
          </a:prstGeom>
          <a:solidFill>
            <a:srgbClr val="D81E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Oval 999">
            <a:extLst>
              <a:ext uri="{FF2B5EF4-FFF2-40B4-BE49-F238E27FC236}">
                <a16:creationId xmlns:a16="http://schemas.microsoft.com/office/drawing/2014/main" id="{5465E71E-F34B-4C4D-A641-2E76DCCA48A4}"/>
              </a:ext>
            </a:extLst>
          </p:cNvPr>
          <p:cNvSpPr/>
          <p:nvPr/>
        </p:nvSpPr>
        <p:spPr>
          <a:xfrm>
            <a:off x="6006000" y="3339000"/>
            <a:ext cx="180000" cy="180000"/>
          </a:xfrm>
          <a:prstGeom prst="ellipse">
            <a:avLst/>
          </a:prstGeom>
          <a:solidFill>
            <a:srgbClr val="FCD014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Austria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奥地利共和国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03720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DE1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A2A196-5899-4ACB-8FD4-69AC4813684E}"/>
              </a:ext>
            </a:extLst>
          </p:cNvPr>
          <p:cNvSpPr/>
          <p:nvPr/>
        </p:nvSpPr>
        <p:spPr>
          <a:xfrm>
            <a:off x="0" y="5778000"/>
            <a:ext cx="12192000" cy="1080000"/>
          </a:xfrm>
          <a:prstGeom prst="rect">
            <a:avLst/>
          </a:prstGeom>
          <a:solidFill>
            <a:srgbClr val="DE1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0" y="2349000"/>
            <a:ext cx="12192000" cy="2160000"/>
          </a:xfrm>
          <a:prstGeom prst="rect">
            <a:avLst/>
          </a:prstGeom>
          <a:solidFill>
            <a:srgbClr val="032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Thailand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泰国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4047721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 rot="5400000">
            <a:off x="-1448721" y="1449279"/>
            <a:ext cx="6857443" cy="3960000"/>
          </a:xfrm>
          <a:prstGeom prst="rect">
            <a:avLst/>
          </a:prstGeom>
          <a:solidFill>
            <a:srgbClr val="031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 rot="5400000">
            <a:off x="6783556" y="1449000"/>
            <a:ext cx="6856888" cy="3960000"/>
          </a:xfrm>
          <a:prstGeom prst="rect">
            <a:avLst/>
          </a:prstGeom>
          <a:solidFill>
            <a:srgbClr val="EF4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7B22979-4A6D-4F01-AA93-199A3BEC1A86}"/>
              </a:ext>
            </a:extLst>
          </p:cNvPr>
          <p:cNvSpPr/>
          <p:nvPr/>
        </p:nvSpPr>
        <p:spPr>
          <a:xfrm rot="5400000">
            <a:off x="2667000" y="1293001"/>
            <a:ext cx="6858000" cy="4271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French Republic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法兰西共和国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09449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 rot="5400000">
            <a:off x="-1448721" y="1449279"/>
            <a:ext cx="6857443" cy="3960000"/>
          </a:xfrm>
          <a:prstGeom prst="rect">
            <a:avLst/>
          </a:prstGeom>
          <a:solidFill>
            <a:srgbClr val="0192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 rot="5400000">
            <a:off x="6783556" y="1449000"/>
            <a:ext cx="6856888" cy="3960000"/>
          </a:xfrm>
          <a:prstGeom prst="rect">
            <a:avLst/>
          </a:prstGeom>
          <a:solidFill>
            <a:srgbClr val="D02C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Italy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意大利共和国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097854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 rot="5400000">
            <a:off x="-1448721" y="1449279"/>
            <a:ext cx="6857443" cy="3960000"/>
          </a:xfrm>
          <a:prstGeom prst="rect">
            <a:avLst/>
          </a:prstGeom>
          <a:solidFill>
            <a:srgbClr val="019C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 rot="5400000">
            <a:off x="6783556" y="1449000"/>
            <a:ext cx="6856888" cy="3960000"/>
          </a:xfrm>
          <a:prstGeom prst="rect">
            <a:avLst/>
          </a:prstGeom>
          <a:solidFill>
            <a:srgbClr val="FE83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Ireland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爱尔兰共和国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276099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 rot="5400000">
            <a:off x="-1448721" y="1449279"/>
            <a:ext cx="6857443" cy="3960000"/>
          </a:xfrm>
          <a:prstGeom prst="rect">
            <a:avLst/>
          </a:prstGeom>
          <a:solidFill>
            <a:srgbClr val="0086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 rot="5400000">
            <a:off x="6783556" y="1449000"/>
            <a:ext cx="6856888" cy="3960000"/>
          </a:xfrm>
          <a:prstGeom prst="rect">
            <a:avLst/>
          </a:prstGeom>
          <a:solidFill>
            <a:srgbClr val="0086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6032AAB-4679-4A7D-ABB0-D53E91EF8242}"/>
              </a:ext>
            </a:extLst>
          </p:cNvPr>
          <p:cNvSpPr/>
          <p:nvPr/>
        </p:nvSpPr>
        <p:spPr>
          <a:xfrm>
            <a:off x="6006000" y="36000000"/>
            <a:ext cx="180000" cy="1800000"/>
          </a:xfrm>
          <a:prstGeom prst="rect">
            <a:avLst/>
          </a:prstGeom>
          <a:solidFill>
            <a:srgbClr val="FE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5FEEDC82-4013-4FDD-AA23-1CE7B670EAD4}"/>
              </a:ext>
            </a:extLst>
          </p:cNvPr>
          <p:cNvSpPr/>
          <p:nvPr/>
        </p:nvSpPr>
        <p:spPr>
          <a:xfrm>
            <a:off x="4656000" y="18000000"/>
            <a:ext cx="2880000" cy="1440000"/>
          </a:xfrm>
          <a:prstGeom prst="triangle">
            <a:avLst/>
          </a:prstGeom>
          <a:solidFill>
            <a:srgbClr val="FE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Triangle 2">
            <a:extLst>
              <a:ext uri="{FF2B5EF4-FFF2-40B4-BE49-F238E27FC236}">
                <a16:creationId xmlns:a16="http://schemas.microsoft.com/office/drawing/2014/main" id="{54AA219E-A724-43DA-BB9F-C4B5B2E2D785}"/>
              </a:ext>
            </a:extLst>
          </p:cNvPr>
          <p:cNvSpPr/>
          <p:nvPr/>
        </p:nvSpPr>
        <p:spPr>
          <a:xfrm rot="19800000">
            <a:off x="7602000" y="7260610"/>
            <a:ext cx="1260000" cy="1620000"/>
          </a:xfrm>
          <a:prstGeom prst="triangle">
            <a:avLst/>
          </a:prstGeom>
          <a:solidFill>
            <a:srgbClr val="FE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Triangle 3">
            <a:extLst>
              <a:ext uri="{FF2B5EF4-FFF2-40B4-BE49-F238E27FC236}">
                <a16:creationId xmlns:a16="http://schemas.microsoft.com/office/drawing/2014/main" id="{382D59C2-8818-4EDE-9E49-13A7E79A82A5}"/>
              </a:ext>
            </a:extLst>
          </p:cNvPr>
          <p:cNvSpPr/>
          <p:nvPr/>
        </p:nvSpPr>
        <p:spPr>
          <a:xfrm rot="1800000">
            <a:off x="3329999" y="7260609"/>
            <a:ext cx="1260000" cy="1620000"/>
          </a:xfrm>
          <a:prstGeom prst="triangle">
            <a:avLst/>
          </a:prstGeom>
          <a:solidFill>
            <a:srgbClr val="FE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5" name="Triangle 4">
            <a:extLst>
              <a:ext uri="{FF2B5EF4-FFF2-40B4-BE49-F238E27FC236}">
                <a16:creationId xmlns:a16="http://schemas.microsoft.com/office/drawing/2014/main" id="{04F2DC57-EA31-42DD-9E59-228468144103}"/>
              </a:ext>
            </a:extLst>
          </p:cNvPr>
          <p:cNvSpPr/>
          <p:nvPr/>
        </p:nvSpPr>
        <p:spPr>
          <a:xfrm>
            <a:off x="5376000" y="7200000"/>
            <a:ext cx="1440000" cy="1800000"/>
          </a:xfrm>
          <a:prstGeom prst="triangle">
            <a:avLst/>
          </a:prstGeom>
          <a:solidFill>
            <a:srgbClr val="FE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Federal Republic of Nigeria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尼日利亚联邦共和国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766708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 rot="5400000">
            <a:off x="-1808721" y="1809279"/>
            <a:ext cx="6857443" cy="3240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 rot="5400000">
            <a:off x="7143556" y="1809000"/>
            <a:ext cx="6856888" cy="3240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7FFD39C-BEF6-43CA-91A8-A66606C8F9FC}"/>
              </a:ext>
            </a:extLst>
          </p:cNvPr>
          <p:cNvSpPr/>
          <p:nvPr/>
        </p:nvSpPr>
        <p:spPr>
          <a:xfrm>
            <a:off x="6006000" y="3547784"/>
            <a:ext cx="180000" cy="1800000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Triangle 1">
            <a:extLst>
              <a:ext uri="{FF2B5EF4-FFF2-40B4-BE49-F238E27FC236}">
                <a16:creationId xmlns:a16="http://schemas.microsoft.com/office/drawing/2014/main" id="{7C4B943E-2EAB-4BFE-ABC3-8FD03C524CB4}"/>
              </a:ext>
            </a:extLst>
          </p:cNvPr>
          <p:cNvSpPr/>
          <p:nvPr/>
        </p:nvSpPr>
        <p:spPr>
          <a:xfrm>
            <a:off x="4656000" y="2526119"/>
            <a:ext cx="2880000" cy="1440000"/>
          </a:xfrm>
          <a:prstGeom prst="triangle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Triangle 2">
            <a:extLst>
              <a:ext uri="{FF2B5EF4-FFF2-40B4-BE49-F238E27FC236}">
                <a16:creationId xmlns:a16="http://schemas.microsoft.com/office/drawing/2014/main" id="{6E1D06ED-B4F9-4042-A55A-B226F1B494C1}"/>
              </a:ext>
            </a:extLst>
          </p:cNvPr>
          <p:cNvSpPr/>
          <p:nvPr/>
        </p:nvSpPr>
        <p:spPr>
          <a:xfrm rot="-1800000">
            <a:off x="4515404" y="2139637"/>
            <a:ext cx="1260000" cy="1620000"/>
          </a:xfrm>
          <a:prstGeom prst="triangle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5" name="Triangle 3">
            <a:extLst>
              <a:ext uri="{FF2B5EF4-FFF2-40B4-BE49-F238E27FC236}">
                <a16:creationId xmlns:a16="http://schemas.microsoft.com/office/drawing/2014/main" id="{AFA61B06-235C-4062-ABF7-DFB2C2F018B2}"/>
              </a:ext>
            </a:extLst>
          </p:cNvPr>
          <p:cNvSpPr/>
          <p:nvPr/>
        </p:nvSpPr>
        <p:spPr>
          <a:xfrm rot="1800000">
            <a:off x="6416596" y="2139638"/>
            <a:ext cx="1260000" cy="1620000"/>
          </a:xfrm>
          <a:prstGeom prst="triangle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Triangle 4">
            <a:extLst>
              <a:ext uri="{FF2B5EF4-FFF2-40B4-BE49-F238E27FC236}">
                <a16:creationId xmlns:a16="http://schemas.microsoft.com/office/drawing/2014/main" id="{82418292-D3BB-438D-BED0-639CC0735A00}"/>
              </a:ext>
            </a:extLst>
          </p:cNvPr>
          <p:cNvSpPr/>
          <p:nvPr/>
        </p:nvSpPr>
        <p:spPr>
          <a:xfrm>
            <a:off x="5376000" y="1552901"/>
            <a:ext cx="1440000" cy="1800000"/>
          </a:xfrm>
          <a:prstGeom prst="triangle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Text Simplified">
            <a:extLst>
              <a:ext uri="{FF2B5EF4-FFF2-40B4-BE49-F238E27FC236}">
                <a16:creationId xmlns:a16="http://schemas.microsoft.com/office/drawing/2014/main" id="{E1CA0255-54AC-432C-8494-1D073A8BCA8D}"/>
              </a:ext>
            </a:extLst>
          </p:cNvPr>
          <p:cNvSpPr txBox="1"/>
          <p:nvPr/>
        </p:nvSpPr>
        <p:spPr>
          <a:xfrm>
            <a:off x="0" y="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rial Rounded MT Bold" panose="020F070403050403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!</a:t>
            </a: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Simplified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Canada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加拿大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340462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500">
        <p159:morph option="byWord"/>
      </p:transition>
    </mc:Choice>
    <mc:Fallback xmlns="">
      <p:transition spd="slow"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9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3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  <p:bldP spid="8" grpId="0" animBg="1"/>
      <p:bldP spid="1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2" y="1439998"/>
            <a:ext cx="3600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 rot="16200000">
            <a:off x="-2" y="1439998"/>
            <a:ext cx="3600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" name="Rectangle 991">
            <a:extLst>
              <a:ext uri="{FF2B5EF4-FFF2-40B4-BE49-F238E27FC236}">
                <a16:creationId xmlns:a16="http://schemas.microsoft.com/office/drawing/2014/main" id="{26C96612-3931-4784-BBB1-E3ADEE4EB0FC}"/>
              </a:ext>
            </a:extLst>
          </p:cNvPr>
          <p:cNvSpPr/>
          <p:nvPr/>
        </p:nvSpPr>
        <p:spPr>
          <a:xfrm>
            <a:off x="3599997" y="746998"/>
            <a:ext cx="85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3" name="Rectangle 992">
            <a:extLst>
              <a:ext uri="{FF2B5EF4-FFF2-40B4-BE49-F238E27FC236}">
                <a16:creationId xmlns:a16="http://schemas.microsoft.com/office/drawing/2014/main" id="{AE921AD5-436B-4107-A131-3798ECAF8BDC}"/>
              </a:ext>
            </a:extLst>
          </p:cNvPr>
          <p:cNvSpPr/>
          <p:nvPr/>
        </p:nvSpPr>
        <p:spPr>
          <a:xfrm>
            <a:off x="3599997" y="2123720"/>
            <a:ext cx="85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Rectangle 993">
            <a:extLst>
              <a:ext uri="{FF2B5EF4-FFF2-40B4-BE49-F238E27FC236}">
                <a16:creationId xmlns:a16="http://schemas.microsoft.com/office/drawing/2014/main" id="{299D9431-003F-4722-8A69-8689547ABF36}"/>
              </a:ext>
            </a:extLst>
          </p:cNvPr>
          <p:cNvSpPr/>
          <p:nvPr/>
        </p:nvSpPr>
        <p:spPr>
          <a:xfrm>
            <a:off x="-3" y="3581859"/>
            <a:ext cx="121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4" name="Rectangle 994">
            <a:extLst>
              <a:ext uri="{FF2B5EF4-FFF2-40B4-BE49-F238E27FC236}">
                <a16:creationId xmlns:a16="http://schemas.microsoft.com/office/drawing/2014/main" id="{DCE136E4-C4BA-4A39-BD4A-947A44B1730C}"/>
              </a:ext>
            </a:extLst>
          </p:cNvPr>
          <p:cNvSpPr/>
          <p:nvPr/>
        </p:nvSpPr>
        <p:spPr>
          <a:xfrm>
            <a:off x="0" y="4879869"/>
            <a:ext cx="121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2" name="Rectangle 995">
            <a:extLst>
              <a:ext uri="{FF2B5EF4-FFF2-40B4-BE49-F238E27FC236}">
                <a16:creationId xmlns:a16="http://schemas.microsoft.com/office/drawing/2014/main" id="{B18AE0C1-9CA3-41D6-854E-0D00B894135B}"/>
              </a:ext>
            </a:extLst>
          </p:cNvPr>
          <p:cNvSpPr/>
          <p:nvPr/>
        </p:nvSpPr>
        <p:spPr>
          <a:xfrm>
            <a:off x="0" y="6174000"/>
            <a:ext cx="12192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Greece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希腊共和国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770843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500">
        <p159:morph option="byWord"/>
      </p:transition>
    </mc:Choice>
    <mc:Fallback xmlns="">
      <p:transition spd="slow"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24" grpId="0" animBg="1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2" y="1439998"/>
            <a:ext cx="3600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3BEC1D-2CE8-4363-BF81-CEA0D5C4CFB4}"/>
              </a:ext>
            </a:extLst>
          </p:cNvPr>
          <p:cNvSpPr/>
          <p:nvPr/>
        </p:nvSpPr>
        <p:spPr>
          <a:xfrm rot="16200000">
            <a:off x="-2" y="1439998"/>
            <a:ext cx="3600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" name="Rectangle 991">
            <a:extLst>
              <a:ext uri="{FF2B5EF4-FFF2-40B4-BE49-F238E27FC236}">
                <a16:creationId xmlns:a16="http://schemas.microsoft.com/office/drawing/2014/main" id="{26C96612-3931-4784-BBB1-E3ADEE4EB0FC}"/>
              </a:ext>
            </a:extLst>
          </p:cNvPr>
          <p:cNvSpPr/>
          <p:nvPr/>
        </p:nvSpPr>
        <p:spPr>
          <a:xfrm>
            <a:off x="3599997" y="746998"/>
            <a:ext cx="85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3" name="Rectangle 992">
            <a:extLst>
              <a:ext uri="{FF2B5EF4-FFF2-40B4-BE49-F238E27FC236}">
                <a16:creationId xmlns:a16="http://schemas.microsoft.com/office/drawing/2014/main" id="{AE921AD5-436B-4107-A131-3798ECAF8BDC}"/>
              </a:ext>
            </a:extLst>
          </p:cNvPr>
          <p:cNvSpPr/>
          <p:nvPr/>
        </p:nvSpPr>
        <p:spPr>
          <a:xfrm>
            <a:off x="3599997" y="2123720"/>
            <a:ext cx="85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Rectangle 993">
            <a:extLst>
              <a:ext uri="{FF2B5EF4-FFF2-40B4-BE49-F238E27FC236}">
                <a16:creationId xmlns:a16="http://schemas.microsoft.com/office/drawing/2014/main" id="{299D9431-003F-4722-8A69-8689547ABF36}"/>
              </a:ext>
            </a:extLst>
          </p:cNvPr>
          <p:cNvSpPr/>
          <p:nvPr/>
        </p:nvSpPr>
        <p:spPr>
          <a:xfrm>
            <a:off x="-3" y="3581859"/>
            <a:ext cx="121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4" name="Rectangle 994">
            <a:extLst>
              <a:ext uri="{FF2B5EF4-FFF2-40B4-BE49-F238E27FC236}">
                <a16:creationId xmlns:a16="http://schemas.microsoft.com/office/drawing/2014/main" id="{DCE136E4-C4BA-4A39-BD4A-947A44B1730C}"/>
              </a:ext>
            </a:extLst>
          </p:cNvPr>
          <p:cNvSpPr/>
          <p:nvPr/>
        </p:nvSpPr>
        <p:spPr>
          <a:xfrm>
            <a:off x="0" y="4879869"/>
            <a:ext cx="12192002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2" name="Rectangle 995">
            <a:extLst>
              <a:ext uri="{FF2B5EF4-FFF2-40B4-BE49-F238E27FC236}">
                <a16:creationId xmlns:a16="http://schemas.microsoft.com/office/drawing/2014/main" id="{B18AE0C1-9CA3-41D6-854E-0D00B894135B}"/>
              </a:ext>
            </a:extLst>
          </p:cNvPr>
          <p:cNvSpPr/>
          <p:nvPr/>
        </p:nvSpPr>
        <p:spPr>
          <a:xfrm>
            <a:off x="0" y="6174000"/>
            <a:ext cx="12192000" cy="6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6" name="Rectangle 996">
            <a:extLst>
              <a:ext uri="{FF2B5EF4-FFF2-40B4-BE49-F238E27FC236}">
                <a16:creationId xmlns:a16="http://schemas.microsoft.com/office/drawing/2014/main" id="{2E23B451-08BD-4DBB-9729-BFBFDCF25646}"/>
              </a:ext>
            </a:extLst>
          </p:cNvPr>
          <p:cNvSpPr/>
          <p:nvPr/>
        </p:nvSpPr>
        <p:spPr>
          <a:xfrm>
            <a:off x="12313920" y="0"/>
            <a:ext cx="6096003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8" name="Rectangle 997">
            <a:extLst>
              <a:ext uri="{FF2B5EF4-FFF2-40B4-BE49-F238E27FC236}">
                <a16:creationId xmlns:a16="http://schemas.microsoft.com/office/drawing/2014/main" id="{09F2223C-C4B9-4CCD-ADC4-F695A17C39E4}"/>
              </a:ext>
            </a:extLst>
          </p:cNvPr>
          <p:cNvSpPr/>
          <p:nvPr/>
        </p:nvSpPr>
        <p:spPr>
          <a:xfrm>
            <a:off x="12313924" y="2973516"/>
            <a:ext cx="6096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Greece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希腊共和国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85140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3" y="-1"/>
            <a:ext cx="6095997" cy="3942234"/>
          </a:xfrm>
          <a:prstGeom prst="rect">
            <a:avLst/>
          </a:prstGeom>
          <a:solidFill>
            <a:srgbClr val="023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" name="Rectangle 991">
            <a:extLst>
              <a:ext uri="{FF2B5EF4-FFF2-40B4-BE49-F238E27FC236}">
                <a16:creationId xmlns:a16="http://schemas.microsoft.com/office/drawing/2014/main" id="{26C96612-3931-4784-BBB1-E3ADEE4EB0FC}"/>
              </a:ext>
            </a:extLst>
          </p:cNvPr>
          <p:cNvSpPr/>
          <p:nvPr/>
        </p:nvSpPr>
        <p:spPr>
          <a:xfrm>
            <a:off x="6095996" y="0"/>
            <a:ext cx="6096003" cy="504000"/>
          </a:xfrm>
          <a:prstGeom prst="rect">
            <a:avLst/>
          </a:prstGeom>
          <a:solidFill>
            <a:srgbClr val="DD24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3" name="Rectangle 992">
            <a:extLst>
              <a:ext uri="{FF2B5EF4-FFF2-40B4-BE49-F238E27FC236}">
                <a16:creationId xmlns:a16="http://schemas.microsoft.com/office/drawing/2014/main" id="{AE921AD5-436B-4107-A131-3798ECAF8BDC}"/>
              </a:ext>
            </a:extLst>
          </p:cNvPr>
          <p:cNvSpPr/>
          <p:nvPr/>
        </p:nvSpPr>
        <p:spPr>
          <a:xfrm>
            <a:off x="6095998" y="1031493"/>
            <a:ext cx="6096002" cy="504000"/>
          </a:xfrm>
          <a:prstGeom prst="rect">
            <a:avLst/>
          </a:prstGeom>
          <a:solidFill>
            <a:srgbClr val="DD24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993">
            <a:extLst>
              <a:ext uri="{FF2B5EF4-FFF2-40B4-BE49-F238E27FC236}">
                <a16:creationId xmlns:a16="http://schemas.microsoft.com/office/drawing/2014/main" id="{A78419E4-29C1-48FB-ACC0-8D2BCD8B69E0}"/>
              </a:ext>
            </a:extLst>
          </p:cNvPr>
          <p:cNvSpPr/>
          <p:nvPr/>
        </p:nvSpPr>
        <p:spPr>
          <a:xfrm>
            <a:off x="6095998" y="1995637"/>
            <a:ext cx="6096001" cy="504000"/>
          </a:xfrm>
          <a:prstGeom prst="rect">
            <a:avLst/>
          </a:prstGeom>
          <a:solidFill>
            <a:srgbClr val="DD24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994">
            <a:extLst>
              <a:ext uri="{FF2B5EF4-FFF2-40B4-BE49-F238E27FC236}">
                <a16:creationId xmlns:a16="http://schemas.microsoft.com/office/drawing/2014/main" id="{B89D6126-0536-44C7-9AA3-0125469292ED}"/>
              </a:ext>
            </a:extLst>
          </p:cNvPr>
          <p:cNvSpPr/>
          <p:nvPr/>
        </p:nvSpPr>
        <p:spPr>
          <a:xfrm>
            <a:off x="6096000" y="2973516"/>
            <a:ext cx="6096000" cy="504000"/>
          </a:xfrm>
          <a:prstGeom prst="rect">
            <a:avLst/>
          </a:prstGeom>
          <a:solidFill>
            <a:srgbClr val="DD24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Rectangle 995">
            <a:extLst>
              <a:ext uri="{FF2B5EF4-FFF2-40B4-BE49-F238E27FC236}">
                <a16:creationId xmlns:a16="http://schemas.microsoft.com/office/drawing/2014/main" id="{299D9431-003F-4722-8A69-8689547ABF36}"/>
              </a:ext>
            </a:extLst>
          </p:cNvPr>
          <p:cNvSpPr/>
          <p:nvPr/>
        </p:nvSpPr>
        <p:spPr>
          <a:xfrm>
            <a:off x="0" y="3942233"/>
            <a:ext cx="12192002" cy="504000"/>
          </a:xfrm>
          <a:prstGeom prst="rect">
            <a:avLst/>
          </a:prstGeom>
          <a:solidFill>
            <a:srgbClr val="DD24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4" name="Rectangle 996">
            <a:extLst>
              <a:ext uri="{FF2B5EF4-FFF2-40B4-BE49-F238E27FC236}">
                <a16:creationId xmlns:a16="http://schemas.microsoft.com/office/drawing/2014/main" id="{DCE136E4-C4BA-4A39-BD4A-947A44B1730C}"/>
              </a:ext>
            </a:extLst>
          </p:cNvPr>
          <p:cNvSpPr/>
          <p:nvPr/>
        </p:nvSpPr>
        <p:spPr>
          <a:xfrm>
            <a:off x="0" y="4914002"/>
            <a:ext cx="12192002" cy="504000"/>
          </a:xfrm>
          <a:prstGeom prst="rect">
            <a:avLst/>
          </a:prstGeom>
          <a:solidFill>
            <a:srgbClr val="DD24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2" name="Rectangle 997">
            <a:extLst>
              <a:ext uri="{FF2B5EF4-FFF2-40B4-BE49-F238E27FC236}">
                <a16:creationId xmlns:a16="http://schemas.microsoft.com/office/drawing/2014/main" id="{B18AE0C1-9CA3-41D6-854E-0D00B894135B}"/>
              </a:ext>
            </a:extLst>
          </p:cNvPr>
          <p:cNvSpPr/>
          <p:nvPr/>
        </p:nvSpPr>
        <p:spPr>
          <a:xfrm>
            <a:off x="-3" y="5885771"/>
            <a:ext cx="12192000" cy="504000"/>
          </a:xfrm>
          <a:prstGeom prst="rect">
            <a:avLst/>
          </a:prstGeom>
          <a:solidFill>
            <a:srgbClr val="DD24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5" name="Freeform 1">
            <a:extLst>
              <a:ext uri="{FF2B5EF4-FFF2-40B4-BE49-F238E27FC236}">
                <a16:creationId xmlns:a16="http://schemas.microsoft.com/office/drawing/2014/main" id="{605D50D1-6D54-4B82-B9B7-119FD86BE79D}"/>
              </a:ext>
            </a:extLst>
          </p:cNvPr>
          <p:cNvSpPr/>
          <p:nvPr/>
        </p:nvSpPr>
        <p:spPr>
          <a:xfrm>
            <a:off x="2700000" y="979379"/>
            <a:ext cx="1980000" cy="1980000"/>
          </a:xfrm>
          <a:custGeom>
            <a:avLst/>
            <a:gdLst>
              <a:gd name="connsiteX0" fmla="*/ 990000 w 1980000"/>
              <a:gd name="connsiteY0" fmla="*/ 0 h 1980000"/>
              <a:gd name="connsiteX1" fmla="*/ 1091150 w 1980000"/>
              <a:gd name="connsiteY1" fmla="*/ 612504 h 1980000"/>
              <a:gd name="connsiteX2" fmla="*/ 1485000 w 1980000"/>
              <a:gd name="connsiteY2" fmla="*/ 132635 h 1980000"/>
              <a:gd name="connsiteX3" fmla="*/ 1266346 w 1980000"/>
              <a:gd name="connsiteY3" fmla="*/ 713654 h 1980000"/>
              <a:gd name="connsiteX4" fmla="*/ 1847365 w 1980000"/>
              <a:gd name="connsiteY4" fmla="*/ 495000 h 1980000"/>
              <a:gd name="connsiteX5" fmla="*/ 1367496 w 1980000"/>
              <a:gd name="connsiteY5" fmla="*/ 888850 h 1980000"/>
              <a:gd name="connsiteX6" fmla="*/ 1980000 w 1980000"/>
              <a:gd name="connsiteY6" fmla="*/ 990000 h 1980000"/>
              <a:gd name="connsiteX7" fmla="*/ 1367496 w 1980000"/>
              <a:gd name="connsiteY7" fmla="*/ 1091150 h 1980000"/>
              <a:gd name="connsiteX8" fmla="*/ 1847365 w 1980000"/>
              <a:gd name="connsiteY8" fmla="*/ 1485000 h 1980000"/>
              <a:gd name="connsiteX9" fmla="*/ 1266346 w 1980000"/>
              <a:gd name="connsiteY9" fmla="*/ 1266346 h 1980000"/>
              <a:gd name="connsiteX10" fmla="*/ 1485000 w 1980000"/>
              <a:gd name="connsiteY10" fmla="*/ 1847365 h 1980000"/>
              <a:gd name="connsiteX11" fmla="*/ 1091150 w 1980000"/>
              <a:gd name="connsiteY11" fmla="*/ 1367496 h 1980000"/>
              <a:gd name="connsiteX12" fmla="*/ 990000 w 1980000"/>
              <a:gd name="connsiteY12" fmla="*/ 1980000 h 1980000"/>
              <a:gd name="connsiteX13" fmla="*/ 888850 w 1980000"/>
              <a:gd name="connsiteY13" fmla="*/ 1367496 h 1980000"/>
              <a:gd name="connsiteX14" fmla="*/ 495000 w 1980000"/>
              <a:gd name="connsiteY14" fmla="*/ 1847365 h 1980000"/>
              <a:gd name="connsiteX15" fmla="*/ 713654 w 1980000"/>
              <a:gd name="connsiteY15" fmla="*/ 1266346 h 1980000"/>
              <a:gd name="connsiteX16" fmla="*/ 132635 w 1980000"/>
              <a:gd name="connsiteY16" fmla="*/ 1485000 h 1980000"/>
              <a:gd name="connsiteX17" fmla="*/ 612504 w 1980000"/>
              <a:gd name="connsiteY17" fmla="*/ 1091150 h 1980000"/>
              <a:gd name="connsiteX18" fmla="*/ 0 w 1980000"/>
              <a:gd name="connsiteY18" fmla="*/ 990000 h 1980000"/>
              <a:gd name="connsiteX19" fmla="*/ 612504 w 1980000"/>
              <a:gd name="connsiteY19" fmla="*/ 888850 h 1980000"/>
              <a:gd name="connsiteX20" fmla="*/ 132635 w 1980000"/>
              <a:gd name="connsiteY20" fmla="*/ 495000 h 1980000"/>
              <a:gd name="connsiteX21" fmla="*/ 713654 w 1980000"/>
              <a:gd name="connsiteY21" fmla="*/ 713654 h 1980000"/>
              <a:gd name="connsiteX22" fmla="*/ 495000 w 1980000"/>
              <a:gd name="connsiteY22" fmla="*/ 132635 h 1980000"/>
              <a:gd name="connsiteX23" fmla="*/ 888850 w 1980000"/>
              <a:gd name="connsiteY23" fmla="*/ 612504 h 1980000"/>
              <a:gd name="connsiteX24" fmla="*/ 990000 w 1980000"/>
              <a:gd name="connsiteY24" fmla="*/ 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80000" h="1980000">
                <a:moveTo>
                  <a:pt x="990000" y="0"/>
                </a:moveTo>
                <a:lnTo>
                  <a:pt x="1091150" y="612504"/>
                </a:lnTo>
                <a:lnTo>
                  <a:pt x="1485000" y="132635"/>
                </a:lnTo>
                <a:lnTo>
                  <a:pt x="1266346" y="713654"/>
                </a:lnTo>
                <a:lnTo>
                  <a:pt x="1847365" y="495000"/>
                </a:lnTo>
                <a:lnTo>
                  <a:pt x="1367496" y="888850"/>
                </a:lnTo>
                <a:lnTo>
                  <a:pt x="1980000" y="990000"/>
                </a:lnTo>
                <a:lnTo>
                  <a:pt x="1367496" y="1091150"/>
                </a:lnTo>
                <a:lnTo>
                  <a:pt x="1847365" y="1485000"/>
                </a:lnTo>
                <a:lnTo>
                  <a:pt x="1266346" y="1266346"/>
                </a:lnTo>
                <a:lnTo>
                  <a:pt x="1485000" y="1847365"/>
                </a:lnTo>
                <a:lnTo>
                  <a:pt x="1091150" y="1367496"/>
                </a:lnTo>
                <a:lnTo>
                  <a:pt x="990000" y="1980000"/>
                </a:lnTo>
                <a:lnTo>
                  <a:pt x="888850" y="1367496"/>
                </a:lnTo>
                <a:lnTo>
                  <a:pt x="495000" y="1847365"/>
                </a:lnTo>
                <a:lnTo>
                  <a:pt x="713654" y="1266346"/>
                </a:lnTo>
                <a:lnTo>
                  <a:pt x="132635" y="1485000"/>
                </a:lnTo>
                <a:lnTo>
                  <a:pt x="612504" y="1091150"/>
                </a:lnTo>
                <a:lnTo>
                  <a:pt x="0" y="990000"/>
                </a:lnTo>
                <a:lnTo>
                  <a:pt x="612504" y="888850"/>
                </a:lnTo>
                <a:lnTo>
                  <a:pt x="132635" y="495000"/>
                </a:lnTo>
                <a:lnTo>
                  <a:pt x="713654" y="713654"/>
                </a:lnTo>
                <a:lnTo>
                  <a:pt x="495000" y="132635"/>
                </a:lnTo>
                <a:lnTo>
                  <a:pt x="888850" y="612504"/>
                </a:lnTo>
                <a:lnTo>
                  <a:pt x="990000" y="0"/>
                </a:lnTo>
                <a:close/>
              </a:path>
            </a:pathLst>
          </a:custGeom>
          <a:solidFill>
            <a:srgbClr val="F5D4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Moon 1">
            <a:extLst>
              <a:ext uri="{FF2B5EF4-FFF2-40B4-BE49-F238E27FC236}">
                <a16:creationId xmlns:a16="http://schemas.microsoft.com/office/drawing/2014/main" id="{522868D7-F2D8-4FAD-A013-C3D9EDF738EC}"/>
              </a:ext>
            </a:extLst>
          </p:cNvPr>
          <p:cNvSpPr/>
          <p:nvPr/>
        </p:nvSpPr>
        <p:spPr>
          <a:xfrm>
            <a:off x="1620000" y="733159"/>
            <a:ext cx="1237957" cy="2475914"/>
          </a:xfrm>
          <a:prstGeom prst="moon">
            <a:avLst>
              <a:gd name="adj" fmla="val 28409"/>
            </a:avLst>
          </a:prstGeom>
          <a:solidFill>
            <a:srgbClr val="F5D4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Text Simplified">
            <a:extLst>
              <a:ext uri="{FF2B5EF4-FFF2-40B4-BE49-F238E27FC236}">
                <a16:creationId xmlns:a16="http://schemas.microsoft.com/office/drawing/2014/main" id="{CFA47C9A-D52F-4EEB-81C1-9380D82139C3}"/>
              </a:ext>
            </a:extLst>
          </p:cNvPr>
          <p:cNvSpPr txBox="1"/>
          <p:nvPr/>
        </p:nvSpPr>
        <p:spPr>
          <a:xfrm>
            <a:off x="0" y="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rial Rounded MT Bold" panose="020F070403050403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!</a:t>
            </a: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Simplified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Malaysia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马来西亚联邦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74359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3" y="-1"/>
            <a:ext cx="5040000" cy="3646535"/>
          </a:xfrm>
          <a:prstGeom prst="rect">
            <a:avLst/>
          </a:prstGeom>
          <a:solidFill>
            <a:srgbClr val="042A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5" name="Star 999">
            <a:extLst>
              <a:ext uri="{FF2B5EF4-FFF2-40B4-BE49-F238E27FC236}">
                <a16:creationId xmlns:a16="http://schemas.microsoft.com/office/drawing/2014/main" id="{57B125DF-929E-4119-BB46-92D5D7BDEF61}"/>
              </a:ext>
            </a:extLst>
          </p:cNvPr>
          <p:cNvSpPr/>
          <p:nvPr/>
        </p:nvSpPr>
        <p:spPr>
          <a:xfrm>
            <a:off x="203840" y="1599315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7" name="Star 999">
            <a:extLst>
              <a:ext uri="{FF2B5EF4-FFF2-40B4-BE49-F238E27FC236}">
                <a16:creationId xmlns:a16="http://schemas.microsoft.com/office/drawing/2014/main" id="{16ABB009-51E7-4555-B1CF-F25A7451D879}"/>
              </a:ext>
            </a:extLst>
          </p:cNvPr>
          <p:cNvSpPr/>
          <p:nvPr/>
        </p:nvSpPr>
        <p:spPr>
          <a:xfrm>
            <a:off x="203840" y="299913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0" name="Star 999">
            <a:extLst>
              <a:ext uri="{FF2B5EF4-FFF2-40B4-BE49-F238E27FC236}">
                <a16:creationId xmlns:a16="http://schemas.microsoft.com/office/drawing/2014/main" id="{0AD0266B-B030-4EAC-B2E7-7458E2871FEE}"/>
              </a:ext>
            </a:extLst>
          </p:cNvPr>
          <p:cNvSpPr/>
          <p:nvPr/>
        </p:nvSpPr>
        <p:spPr>
          <a:xfrm>
            <a:off x="203840" y="899406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6" name="Star 999">
            <a:extLst>
              <a:ext uri="{FF2B5EF4-FFF2-40B4-BE49-F238E27FC236}">
                <a16:creationId xmlns:a16="http://schemas.microsoft.com/office/drawing/2014/main" id="{A977C914-5F84-4881-B052-A8EDD63D9B4B}"/>
              </a:ext>
            </a:extLst>
          </p:cNvPr>
          <p:cNvSpPr/>
          <p:nvPr/>
        </p:nvSpPr>
        <p:spPr>
          <a:xfrm>
            <a:off x="203840" y="2299224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8" name="Star 999">
            <a:extLst>
              <a:ext uri="{FF2B5EF4-FFF2-40B4-BE49-F238E27FC236}">
                <a16:creationId xmlns:a16="http://schemas.microsoft.com/office/drawing/2014/main" id="{CAF558DA-9325-486C-95F5-A928431A2CC1}"/>
              </a:ext>
            </a:extLst>
          </p:cNvPr>
          <p:cNvSpPr/>
          <p:nvPr/>
        </p:nvSpPr>
        <p:spPr>
          <a:xfrm>
            <a:off x="1044002" y="204277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0" name="Star 999">
            <a:extLst>
              <a:ext uri="{FF2B5EF4-FFF2-40B4-BE49-F238E27FC236}">
                <a16:creationId xmlns:a16="http://schemas.microsoft.com/office/drawing/2014/main" id="{CA584882-4C61-4EA3-9C58-32AE852E014F}"/>
              </a:ext>
            </a:extLst>
          </p:cNvPr>
          <p:cNvSpPr/>
          <p:nvPr/>
        </p:nvSpPr>
        <p:spPr>
          <a:xfrm>
            <a:off x="1884164" y="199497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2" name="Star 999">
            <a:extLst>
              <a:ext uri="{FF2B5EF4-FFF2-40B4-BE49-F238E27FC236}">
                <a16:creationId xmlns:a16="http://schemas.microsoft.com/office/drawing/2014/main" id="{E03CF4CE-6429-421A-8D5F-876C8F612A27}"/>
              </a:ext>
            </a:extLst>
          </p:cNvPr>
          <p:cNvSpPr/>
          <p:nvPr/>
        </p:nvSpPr>
        <p:spPr>
          <a:xfrm>
            <a:off x="2724326" y="199497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4" name="Star 999">
            <a:extLst>
              <a:ext uri="{FF2B5EF4-FFF2-40B4-BE49-F238E27FC236}">
                <a16:creationId xmlns:a16="http://schemas.microsoft.com/office/drawing/2014/main" id="{B5714F23-5F7D-4F5B-A81E-552560370DD3}"/>
              </a:ext>
            </a:extLst>
          </p:cNvPr>
          <p:cNvSpPr/>
          <p:nvPr/>
        </p:nvSpPr>
        <p:spPr>
          <a:xfrm>
            <a:off x="4404649" y="18355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6" name="Star 999">
            <a:extLst>
              <a:ext uri="{FF2B5EF4-FFF2-40B4-BE49-F238E27FC236}">
                <a16:creationId xmlns:a16="http://schemas.microsoft.com/office/drawing/2014/main" id="{1C549F4B-2BD8-4BF4-A659-6435A7ECDD7D}"/>
              </a:ext>
            </a:extLst>
          </p:cNvPr>
          <p:cNvSpPr/>
          <p:nvPr/>
        </p:nvSpPr>
        <p:spPr>
          <a:xfrm>
            <a:off x="3564488" y="199497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8" name="Star 999">
            <a:extLst>
              <a:ext uri="{FF2B5EF4-FFF2-40B4-BE49-F238E27FC236}">
                <a16:creationId xmlns:a16="http://schemas.microsoft.com/office/drawing/2014/main" id="{CE0B7CB1-4372-47C5-B6C4-9D51824DE71C}"/>
              </a:ext>
            </a:extLst>
          </p:cNvPr>
          <p:cNvSpPr/>
          <p:nvPr/>
        </p:nvSpPr>
        <p:spPr>
          <a:xfrm>
            <a:off x="1044002" y="899406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0" name="Star 999">
            <a:extLst>
              <a:ext uri="{FF2B5EF4-FFF2-40B4-BE49-F238E27FC236}">
                <a16:creationId xmlns:a16="http://schemas.microsoft.com/office/drawing/2014/main" id="{D8624AE7-3ED8-43C3-A20C-03B6BF2CD8D3}"/>
              </a:ext>
            </a:extLst>
          </p:cNvPr>
          <p:cNvSpPr/>
          <p:nvPr/>
        </p:nvSpPr>
        <p:spPr>
          <a:xfrm>
            <a:off x="1884164" y="899406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2" name="Star 999">
            <a:extLst>
              <a:ext uri="{FF2B5EF4-FFF2-40B4-BE49-F238E27FC236}">
                <a16:creationId xmlns:a16="http://schemas.microsoft.com/office/drawing/2014/main" id="{66DEF6B1-01D1-40DF-AD8D-9CA0D205B328}"/>
              </a:ext>
            </a:extLst>
          </p:cNvPr>
          <p:cNvSpPr/>
          <p:nvPr/>
        </p:nvSpPr>
        <p:spPr>
          <a:xfrm>
            <a:off x="2724326" y="89660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4" name="Star 999">
            <a:extLst>
              <a:ext uri="{FF2B5EF4-FFF2-40B4-BE49-F238E27FC236}">
                <a16:creationId xmlns:a16="http://schemas.microsoft.com/office/drawing/2014/main" id="{F4C493E6-E217-4C5A-8BF6-04780506BCF6}"/>
              </a:ext>
            </a:extLst>
          </p:cNvPr>
          <p:cNvSpPr/>
          <p:nvPr/>
        </p:nvSpPr>
        <p:spPr>
          <a:xfrm>
            <a:off x="3564488" y="89660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6" name="Star 999">
            <a:extLst>
              <a:ext uri="{FF2B5EF4-FFF2-40B4-BE49-F238E27FC236}">
                <a16:creationId xmlns:a16="http://schemas.microsoft.com/office/drawing/2014/main" id="{7442E38E-B0EE-477A-9961-9107632EF7D8}"/>
              </a:ext>
            </a:extLst>
          </p:cNvPr>
          <p:cNvSpPr/>
          <p:nvPr/>
        </p:nvSpPr>
        <p:spPr>
          <a:xfrm>
            <a:off x="4404001" y="89660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999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1044002" y="1595106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0" name="Star 999">
            <a:extLst>
              <a:ext uri="{FF2B5EF4-FFF2-40B4-BE49-F238E27FC236}">
                <a16:creationId xmlns:a16="http://schemas.microsoft.com/office/drawing/2014/main" id="{2AFE7E0C-6EEB-4AC9-A9F0-F5E09755388C}"/>
              </a:ext>
            </a:extLst>
          </p:cNvPr>
          <p:cNvSpPr/>
          <p:nvPr/>
        </p:nvSpPr>
        <p:spPr>
          <a:xfrm>
            <a:off x="1884164" y="159561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2" name="Star 999">
            <a:extLst>
              <a:ext uri="{FF2B5EF4-FFF2-40B4-BE49-F238E27FC236}">
                <a16:creationId xmlns:a16="http://schemas.microsoft.com/office/drawing/2014/main" id="{43220384-D73C-46D9-B233-19293E4E80E9}"/>
              </a:ext>
            </a:extLst>
          </p:cNvPr>
          <p:cNvSpPr/>
          <p:nvPr/>
        </p:nvSpPr>
        <p:spPr>
          <a:xfrm>
            <a:off x="2724326" y="1590765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4" name="Star 999">
            <a:extLst>
              <a:ext uri="{FF2B5EF4-FFF2-40B4-BE49-F238E27FC236}">
                <a16:creationId xmlns:a16="http://schemas.microsoft.com/office/drawing/2014/main" id="{A98036F4-941C-40F8-9371-45C53021251C}"/>
              </a:ext>
            </a:extLst>
          </p:cNvPr>
          <p:cNvSpPr/>
          <p:nvPr/>
        </p:nvSpPr>
        <p:spPr>
          <a:xfrm>
            <a:off x="3564488" y="1599315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6" name="Star 999">
            <a:extLst>
              <a:ext uri="{FF2B5EF4-FFF2-40B4-BE49-F238E27FC236}">
                <a16:creationId xmlns:a16="http://schemas.microsoft.com/office/drawing/2014/main" id="{8F1CDBA9-0E5F-4BD8-BDD3-4D9223626B99}"/>
              </a:ext>
            </a:extLst>
          </p:cNvPr>
          <p:cNvSpPr/>
          <p:nvPr/>
        </p:nvSpPr>
        <p:spPr>
          <a:xfrm>
            <a:off x="4405044" y="1590765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8" name="Star 999">
            <a:extLst>
              <a:ext uri="{FF2B5EF4-FFF2-40B4-BE49-F238E27FC236}">
                <a16:creationId xmlns:a16="http://schemas.microsoft.com/office/drawing/2014/main" id="{936A0A1D-5CF4-4DB5-AAF0-88DE9D7AE3D8}"/>
              </a:ext>
            </a:extLst>
          </p:cNvPr>
          <p:cNvSpPr/>
          <p:nvPr/>
        </p:nvSpPr>
        <p:spPr>
          <a:xfrm>
            <a:off x="1044002" y="2299224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0" name="Star 999">
            <a:extLst>
              <a:ext uri="{FF2B5EF4-FFF2-40B4-BE49-F238E27FC236}">
                <a16:creationId xmlns:a16="http://schemas.microsoft.com/office/drawing/2014/main" id="{2FB7E285-EAEC-4A55-BB19-AC23A6CE162F}"/>
              </a:ext>
            </a:extLst>
          </p:cNvPr>
          <p:cNvSpPr/>
          <p:nvPr/>
        </p:nvSpPr>
        <p:spPr>
          <a:xfrm>
            <a:off x="1888618" y="2299224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2" name="Star 999">
            <a:extLst>
              <a:ext uri="{FF2B5EF4-FFF2-40B4-BE49-F238E27FC236}">
                <a16:creationId xmlns:a16="http://schemas.microsoft.com/office/drawing/2014/main" id="{32CF7864-694B-475B-9604-6630F786598D}"/>
              </a:ext>
            </a:extLst>
          </p:cNvPr>
          <p:cNvSpPr/>
          <p:nvPr/>
        </p:nvSpPr>
        <p:spPr>
          <a:xfrm>
            <a:off x="2724326" y="2299224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4" name="Star 999">
            <a:extLst>
              <a:ext uri="{FF2B5EF4-FFF2-40B4-BE49-F238E27FC236}">
                <a16:creationId xmlns:a16="http://schemas.microsoft.com/office/drawing/2014/main" id="{96691CE0-A8D0-473A-BEB7-98B5B4F61DB0}"/>
              </a:ext>
            </a:extLst>
          </p:cNvPr>
          <p:cNvSpPr/>
          <p:nvPr/>
        </p:nvSpPr>
        <p:spPr>
          <a:xfrm>
            <a:off x="3564488" y="2299224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6" name="Star 999">
            <a:extLst>
              <a:ext uri="{FF2B5EF4-FFF2-40B4-BE49-F238E27FC236}">
                <a16:creationId xmlns:a16="http://schemas.microsoft.com/office/drawing/2014/main" id="{6D87378B-AEC1-427A-A7D1-588F219CCFE5}"/>
              </a:ext>
            </a:extLst>
          </p:cNvPr>
          <p:cNvSpPr/>
          <p:nvPr/>
        </p:nvSpPr>
        <p:spPr>
          <a:xfrm>
            <a:off x="4404001" y="2296816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8" name="Star 999">
            <a:extLst>
              <a:ext uri="{FF2B5EF4-FFF2-40B4-BE49-F238E27FC236}">
                <a16:creationId xmlns:a16="http://schemas.microsoft.com/office/drawing/2014/main" id="{7B7B59AD-08BD-4A58-B9F9-4CA1AE5D11E3}"/>
              </a:ext>
            </a:extLst>
          </p:cNvPr>
          <p:cNvSpPr/>
          <p:nvPr/>
        </p:nvSpPr>
        <p:spPr>
          <a:xfrm>
            <a:off x="1044002" y="300306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0" name="Star 999">
            <a:extLst>
              <a:ext uri="{FF2B5EF4-FFF2-40B4-BE49-F238E27FC236}">
                <a16:creationId xmlns:a16="http://schemas.microsoft.com/office/drawing/2014/main" id="{819F5DFB-3F83-46A5-BAE2-80C7D569AB40}"/>
              </a:ext>
            </a:extLst>
          </p:cNvPr>
          <p:cNvSpPr/>
          <p:nvPr/>
        </p:nvSpPr>
        <p:spPr>
          <a:xfrm>
            <a:off x="1884164" y="299700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2" name="Star 999">
            <a:extLst>
              <a:ext uri="{FF2B5EF4-FFF2-40B4-BE49-F238E27FC236}">
                <a16:creationId xmlns:a16="http://schemas.microsoft.com/office/drawing/2014/main" id="{DDBD3DC9-F01A-4DAB-807D-A854FF2C2E99}"/>
              </a:ext>
            </a:extLst>
          </p:cNvPr>
          <p:cNvSpPr/>
          <p:nvPr/>
        </p:nvSpPr>
        <p:spPr>
          <a:xfrm>
            <a:off x="2718378" y="299700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4" name="Star 999">
            <a:extLst>
              <a:ext uri="{FF2B5EF4-FFF2-40B4-BE49-F238E27FC236}">
                <a16:creationId xmlns:a16="http://schemas.microsoft.com/office/drawing/2014/main" id="{CCC5DCC1-48AA-4B04-9E92-8D013A3A8F24}"/>
              </a:ext>
            </a:extLst>
          </p:cNvPr>
          <p:cNvSpPr/>
          <p:nvPr/>
        </p:nvSpPr>
        <p:spPr>
          <a:xfrm>
            <a:off x="3559862" y="299700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6" name="Star 999">
            <a:extLst>
              <a:ext uri="{FF2B5EF4-FFF2-40B4-BE49-F238E27FC236}">
                <a16:creationId xmlns:a16="http://schemas.microsoft.com/office/drawing/2014/main" id="{AF901256-2445-4567-B155-CD9B5B2B6C78}"/>
              </a:ext>
            </a:extLst>
          </p:cNvPr>
          <p:cNvSpPr/>
          <p:nvPr/>
        </p:nvSpPr>
        <p:spPr>
          <a:xfrm>
            <a:off x="4401346" y="299700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8" name="Star 999">
            <a:extLst>
              <a:ext uri="{FF2B5EF4-FFF2-40B4-BE49-F238E27FC236}">
                <a16:creationId xmlns:a16="http://schemas.microsoft.com/office/drawing/2014/main" id="{03E02DCD-63AC-44EA-949A-3B883F7E2B5B}"/>
              </a:ext>
            </a:extLst>
          </p:cNvPr>
          <p:cNvSpPr/>
          <p:nvPr/>
        </p:nvSpPr>
        <p:spPr>
          <a:xfrm>
            <a:off x="623676" y="55455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0" name="Star 999">
            <a:extLst>
              <a:ext uri="{FF2B5EF4-FFF2-40B4-BE49-F238E27FC236}">
                <a16:creationId xmlns:a16="http://schemas.microsoft.com/office/drawing/2014/main" id="{9673BD50-2EA4-4931-88B9-2F4EBF948F51}"/>
              </a:ext>
            </a:extLst>
          </p:cNvPr>
          <p:cNvSpPr/>
          <p:nvPr/>
        </p:nvSpPr>
        <p:spPr>
          <a:xfrm>
            <a:off x="623834" y="269807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2" name="Star 999">
            <a:extLst>
              <a:ext uri="{FF2B5EF4-FFF2-40B4-BE49-F238E27FC236}">
                <a16:creationId xmlns:a16="http://schemas.microsoft.com/office/drawing/2014/main" id="{B2E259F3-A54D-4B40-9A6B-96B38A59D841}"/>
              </a:ext>
            </a:extLst>
          </p:cNvPr>
          <p:cNvSpPr/>
          <p:nvPr/>
        </p:nvSpPr>
        <p:spPr>
          <a:xfrm>
            <a:off x="623597" y="126906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4" name="Star 999">
            <a:extLst>
              <a:ext uri="{FF2B5EF4-FFF2-40B4-BE49-F238E27FC236}">
                <a16:creationId xmlns:a16="http://schemas.microsoft.com/office/drawing/2014/main" id="{1D5DF637-AE1F-4882-8D8B-83FD4E1A7746}"/>
              </a:ext>
            </a:extLst>
          </p:cNvPr>
          <p:cNvSpPr/>
          <p:nvPr/>
        </p:nvSpPr>
        <p:spPr>
          <a:xfrm>
            <a:off x="623755" y="198356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6" name="Star 999">
            <a:extLst>
              <a:ext uri="{FF2B5EF4-FFF2-40B4-BE49-F238E27FC236}">
                <a16:creationId xmlns:a16="http://schemas.microsoft.com/office/drawing/2014/main" id="{A59880EC-BCA2-4560-B8F9-27DF42C891C8}"/>
              </a:ext>
            </a:extLst>
          </p:cNvPr>
          <p:cNvSpPr/>
          <p:nvPr/>
        </p:nvSpPr>
        <p:spPr>
          <a:xfrm>
            <a:off x="1477287" y="55140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8" name="Star 999">
            <a:extLst>
              <a:ext uri="{FF2B5EF4-FFF2-40B4-BE49-F238E27FC236}">
                <a16:creationId xmlns:a16="http://schemas.microsoft.com/office/drawing/2014/main" id="{B993FF76-4500-4DA4-BBD4-F4818EC8081E}"/>
              </a:ext>
            </a:extLst>
          </p:cNvPr>
          <p:cNvSpPr/>
          <p:nvPr/>
        </p:nvSpPr>
        <p:spPr>
          <a:xfrm>
            <a:off x="1477445" y="269492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0" name="Star 999">
            <a:extLst>
              <a:ext uri="{FF2B5EF4-FFF2-40B4-BE49-F238E27FC236}">
                <a16:creationId xmlns:a16="http://schemas.microsoft.com/office/drawing/2014/main" id="{C0FBD76C-7339-4868-AA9D-A2F0003AC706}"/>
              </a:ext>
            </a:extLst>
          </p:cNvPr>
          <p:cNvSpPr/>
          <p:nvPr/>
        </p:nvSpPr>
        <p:spPr>
          <a:xfrm>
            <a:off x="1477208" y="126591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2" name="Star 999">
            <a:extLst>
              <a:ext uri="{FF2B5EF4-FFF2-40B4-BE49-F238E27FC236}">
                <a16:creationId xmlns:a16="http://schemas.microsoft.com/office/drawing/2014/main" id="{3F881E1D-8A6D-47D8-A507-457558C9A128}"/>
              </a:ext>
            </a:extLst>
          </p:cNvPr>
          <p:cNvSpPr/>
          <p:nvPr/>
        </p:nvSpPr>
        <p:spPr>
          <a:xfrm>
            <a:off x="1477366" y="198041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4" name="Star 999">
            <a:extLst>
              <a:ext uri="{FF2B5EF4-FFF2-40B4-BE49-F238E27FC236}">
                <a16:creationId xmlns:a16="http://schemas.microsoft.com/office/drawing/2014/main" id="{13BC39DF-2BA8-46E3-A547-D84DB27EC5CF}"/>
              </a:ext>
            </a:extLst>
          </p:cNvPr>
          <p:cNvSpPr/>
          <p:nvPr/>
        </p:nvSpPr>
        <p:spPr>
          <a:xfrm>
            <a:off x="2317251" y="55140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6" name="Star 999">
            <a:extLst>
              <a:ext uri="{FF2B5EF4-FFF2-40B4-BE49-F238E27FC236}">
                <a16:creationId xmlns:a16="http://schemas.microsoft.com/office/drawing/2014/main" id="{6E36A523-F264-4583-92E4-9BB18A7239EE}"/>
              </a:ext>
            </a:extLst>
          </p:cNvPr>
          <p:cNvSpPr/>
          <p:nvPr/>
        </p:nvSpPr>
        <p:spPr>
          <a:xfrm>
            <a:off x="2317409" y="269492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8" name="Star 999">
            <a:extLst>
              <a:ext uri="{FF2B5EF4-FFF2-40B4-BE49-F238E27FC236}">
                <a16:creationId xmlns:a16="http://schemas.microsoft.com/office/drawing/2014/main" id="{19441E94-49A9-409F-BD5B-28891FFDFFC3}"/>
              </a:ext>
            </a:extLst>
          </p:cNvPr>
          <p:cNvSpPr/>
          <p:nvPr/>
        </p:nvSpPr>
        <p:spPr>
          <a:xfrm>
            <a:off x="2317172" y="126591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0" name="Star 999">
            <a:extLst>
              <a:ext uri="{FF2B5EF4-FFF2-40B4-BE49-F238E27FC236}">
                <a16:creationId xmlns:a16="http://schemas.microsoft.com/office/drawing/2014/main" id="{CE2AB2C8-F39E-4813-B4C4-D4997B6EE13B}"/>
              </a:ext>
            </a:extLst>
          </p:cNvPr>
          <p:cNvSpPr/>
          <p:nvPr/>
        </p:nvSpPr>
        <p:spPr>
          <a:xfrm>
            <a:off x="2317330" y="198041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2" name="Star 999">
            <a:extLst>
              <a:ext uri="{FF2B5EF4-FFF2-40B4-BE49-F238E27FC236}">
                <a16:creationId xmlns:a16="http://schemas.microsoft.com/office/drawing/2014/main" id="{EC2D1470-3540-4287-B6BE-27ACDF3EE3DE}"/>
              </a:ext>
            </a:extLst>
          </p:cNvPr>
          <p:cNvSpPr/>
          <p:nvPr/>
        </p:nvSpPr>
        <p:spPr>
          <a:xfrm>
            <a:off x="3143668" y="55621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4" name="Star 999">
            <a:extLst>
              <a:ext uri="{FF2B5EF4-FFF2-40B4-BE49-F238E27FC236}">
                <a16:creationId xmlns:a16="http://schemas.microsoft.com/office/drawing/2014/main" id="{CE57BC1E-3497-4B7C-BB9D-878734EDF424}"/>
              </a:ext>
            </a:extLst>
          </p:cNvPr>
          <p:cNvSpPr/>
          <p:nvPr/>
        </p:nvSpPr>
        <p:spPr>
          <a:xfrm>
            <a:off x="3143826" y="2699725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6" name="Star 999">
            <a:extLst>
              <a:ext uri="{FF2B5EF4-FFF2-40B4-BE49-F238E27FC236}">
                <a16:creationId xmlns:a16="http://schemas.microsoft.com/office/drawing/2014/main" id="{91BE5821-E123-42EE-BFC6-E2B14EE92C06}"/>
              </a:ext>
            </a:extLst>
          </p:cNvPr>
          <p:cNvSpPr/>
          <p:nvPr/>
        </p:nvSpPr>
        <p:spPr>
          <a:xfrm>
            <a:off x="3143589" y="1270715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8" name="Star 999">
            <a:extLst>
              <a:ext uri="{FF2B5EF4-FFF2-40B4-BE49-F238E27FC236}">
                <a16:creationId xmlns:a16="http://schemas.microsoft.com/office/drawing/2014/main" id="{56CBF423-04C2-4532-8520-F2266A036208}"/>
              </a:ext>
            </a:extLst>
          </p:cNvPr>
          <p:cNvSpPr/>
          <p:nvPr/>
        </p:nvSpPr>
        <p:spPr>
          <a:xfrm>
            <a:off x="3143747" y="1985220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0" name="Star 999">
            <a:extLst>
              <a:ext uri="{FF2B5EF4-FFF2-40B4-BE49-F238E27FC236}">
                <a16:creationId xmlns:a16="http://schemas.microsoft.com/office/drawing/2014/main" id="{C2269066-FD81-406A-AFB7-565600B34B22}"/>
              </a:ext>
            </a:extLst>
          </p:cNvPr>
          <p:cNvSpPr/>
          <p:nvPr/>
        </p:nvSpPr>
        <p:spPr>
          <a:xfrm>
            <a:off x="3980603" y="55140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2" name="Star 999">
            <a:extLst>
              <a:ext uri="{FF2B5EF4-FFF2-40B4-BE49-F238E27FC236}">
                <a16:creationId xmlns:a16="http://schemas.microsoft.com/office/drawing/2014/main" id="{1A8240C3-DD34-4F97-84D0-D9BBCAC43188}"/>
              </a:ext>
            </a:extLst>
          </p:cNvPr>
          <p:cNvSpPr/>
          <p:nvPr/>
        </p:nvSpPr>
        <p:spPr>
          <a:xfrm>
            <a:off x="3980761" y="269492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4" name="Star 999">
            <a:extLst>
              <a:ext uri="{FF2B5EF4-FFF2-40B4-BE49-F238E27FC236}">
                <a16:creationId xmlns:a16="http://schemas.microsoft.com/office/drawing/2014/main" id="{477FDA96-3043-4D6E-B710-E74275F0D23C}"/>
              </a:ext>
            </a:extLst>
          </p:cNvPr>
          <p:cNvSpPr/>
          <p:nvPr/>
        </p:nvSpPr>
        <p:spPr>
          <a:xfrm>
            <a:off x="3980524" y="1265913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6" name="Star 999">
            <a:extLst>
              <a:ext uri="{FF2B5EF4-FFF2-40B4-BE49-F238E27FC236}">
                <a16:creationId xmlns:a16="http://schemas.microsoft.com/office/drawing/2014/main" id="{10B7FB21-98C7-40F0-A27A-5BC5B119CD52}"/>
              </a:ext>
            </a:extLst>
          </p:cNvPr>
          <p:cNvSpPr/>
          <p:nvPr/>
        </p:nvSpPr>
        <p:spPr>
          <a:xfrm>
            <a:off x="3980682" y="1980418"/>
            <a:ext cx="432000" cy="432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9" name="Freeform 1">
            <a:extLst>
              <a:ext uri="{FF2B5EF4-FFF2-40B4-BE49-F238E27FC236}">
                <a16:creationId xmlns:a16="http://schemas.microsoft.com/office/drawing/2014/main" id="{269A8020-39C3-4CD0-AA49-53BCE4EEDFBC}"/>
              </a:ext>
            </a:extLst>
          </p:cNvPr>
          <p:cNvSpPr/>
          <p:nvPr/>
        </p:nvSpPr>
        <p:spPr>
          <a:xfrm>
            <a:off x="203840" y="199497"/>
            <a:ext cx="432000" cy="431999"/>
          </a:xfrm>
          <a:custGeom>
            <a:avLst/>
            <a:gdLst>
              <a:gd name="connsiteX0" fmla="*/ 216000 w 432000"/>
              <a:gd name="connsiteY0" fmla="*/ 0 h 431999"/>
              <a:gd name="connsiteX1" fmla="*/ 266990 w 432000"/>
              <a:gd name="connsiteY1" fmla="*/ 165010 h 431999"/>
              <a:gd name="connsiteX2" fmla="*/ 432000 w 432000"/>
              <a:gd name="connsiteY2" fmla="*/ 165009 h 431999"/>
              <a:gd name="connsiteX3" fmla="*/ 298503 w 432000"/>
              <a:gd name="connsiteY3" fmla="*/ 266990 h 431999"/>
              <a:gd name="connsiteX4" fmla="*/ 349495 w 432000"/>
              <a:gd name="connsiteY4" fmla="*/ 431999 h 431999"/>
              <a:gd name="connsiteX5" fmla="*/ 216000 w 432000"/>
              <a:gd name="connsiteY5" fmla="*/ 330016 h 431999"/>
              <a:gd name="connsiteX6" fmla="*/ 82505 w 432000"/>
              <a:gd name="connsiteY6" fmla="*/ 431999 h 431999"/>
              <a:gd name="connsiteX7" fmla="*/ 133497 w 432000"/>
              <a:gd name="connsiteY7" fmla="*/ 266990 h 431999"/>
              <a:gd name="connsiteX8" fmla="*/ 0 w 432000"/>
              <a:gd name="connsiteY8" fmla="*/ 165009 h 431999"/>
              <a:gd name="connsiteX9" fmla="*/ 165010 w 432000"/>
              <a:gd name="connsiteY9" fmla="*/ 165010 h 431999"/>
              <a:gd name="connsiteX10" fmla="*/ 216000 w 432000"/>
              <a:gd name="connsiteY10" fmla="*/ 0 h 431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2000" h="431999">
                <a:moveTo>
                  <a:pt x="216000" y="0"/>
                </a:moveTo>
                <a:lnTo>
                  <a:pt x="266990" y="165010"/>
                </a:lnTo>
                <a:lnTo>
                  <a:pt x="432000" y="165009"/>
                </a:lnTo>
                <a:lnTo>
                  <a:pt x="298503" y="266990"/>
                </a:lnTo>
                <a:lnTo>
                  <a:pt x="349495" y="431999"/>
                </a:lnTo>
                <a:lnTo>
                  <a:pt x="216000" y="330016"/>
                </a:lnTo>
                <a:lnTo>
                  <a:pt x="82505" y="431999"/>
                </a:lnTo>
                <a:lnTo>
                  <a:pt x="133497" y="266990"/>
                </a:lnTo>
                <a:lnTo>
                  <a:pt x="0" y="165009"/>
                </a:lnTo>
                <a:lnTo>
                  <a:pt x="165010" y="165010"/>
                </a:lnTo>
                <a:lnTo>
                  <a:pt x="21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" name="Rectangle 991">
            <a:extLst>
              <a:ext uri="{FF2B5EF4-FFF2-40B4-BE49-F238E27FC236}">
                <a16:creationId xmlns:a16="http://schemas.microsoft.com/office/drawing/2014/main" id="{26C96612-3931-4784-BBB1-E3ADEE4EB0FC}"/>
              </a:ext>
            </a:extLst>
          </p:cNvPr>
          <p:cNvSpPr/>
          <p:nvPr/>
        </p:nvSpPr>
        <p:spPr>
          <a:xfrm>
            <a:off x="5039997" y="-1"/>
            <a:ext cx="7152003" cy="540000"/>
          </a:xfrm>
          <a:prstGeom prst="rect">
            <a:avLst/>
          </a:prstGeom>
          <a:solidFill>
            <a:srgbClr val="C10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3" name="Rectangle 992">
            <a:extLst>
              <a:ext uri="{FF2B5EF4-FFF2-40B4-BE49-F238E27FC236}">
                <a16:creationId xmlns:a16="http://schemas.microsoft.com/office/drawing/2014/main" id="{AE921AD5-436B-4107-A131-3798ECAF8BDC}"/>
              </a:ext>
            </a:extLst>
          </p:cNvPr>
          <p:cNvSpPr/>
          <p:nvPr/>
        </p:nvSpPr>
        <p:spPr>
          <a:xfrm>
            <a:off x="5039992" y="1010140"/>
            <a:ext cx="7152003" cy="540000"/>
          </a:xfrm>
          <a:prstGeom prst="rect">
            <a:avLst/>
          </a:prstGeom>
          <a:solidFill>
            <a:srgbClr val="C10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993">
            <a:extLst>
              <a:ext uri="{FF2B5EF4-FFF2-40B4-BE49-F238E27FC236}">
                <a16:creationId xmlns:a16="http://schemas.microsoft.com/office/drawing/2014/main" id="{A78419E4-29C1-48FB-ACC0-8D2BCD8B69E0}"/>
              </a:ext>
            </a:extLst>
          </p:cNvPr>
          <p:cNvSpPr/>
          <p:nvPr/>
        </p:nvSpPr>
        <p:spPr>
          <a:xfrm>
            <a:off x="5039993" y="2052806"/>
            <a:ext cx="7152008" cy="540000"/>
          </a:xfrm>
          <a:prstGeom prst="rect">
            <a:avLst/>
          </a:prstGeom>
          <a:solidFill>
            <a:srgbClr val="C10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994">
            <a:extLst>
              <a:ext uri="{FF2B5EF4-FFF2-40B4-BE49-F238E27FC236}">
                <a16:creationId xmlns:a16="http://schemas.microsoft.com/office/drawing/2014/main" id="{B89D6126-0536-44C7-9AA3-0125469292ED}"/>
              </a:ext>
            </a:extLst>
          </p:cNvPr>
          <p:cNvSpPr/>
          <p:nvPr/>
        </p:nvSpPr>
        <p:spPr>
          <a:xfrm>
            <a:off x="5039992" y="3098679"/>
            <a:ext cx="7152008" cy="540000"/>
          </a:xfrm>
          <a:prstGeom prst="rect">
            <a:avLst/>
          </a:prstGeom>
          <a:solidFill>
            <a:srgbClr val="C10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Rectangle 995">
            <a:extLst>
              <a:ext uri="{FF2B5EF4-FFF2-40B4-BE49-F238E27FC236}">
                <a16:creationId xmlns:a16="http://schemas.microsoft.com/office/drawing/2014/main" id="{299D9431-003F-4722-8A69-8689547ABF36}"/>
              </a:ext>
            </a:extLst>
          </p:cNvPr>
          <p:cNvSpPr/>
          <p:nvPr/>
        </p:nvSpPr>
        <p:spPr>
          <a:xfrm>
            <a:off x="0" y="4175473"/>
            <a:ext cx="12192002" cy="540000"/>
          </a:xfrm>
          <a:prstGeom prst="rect">
            <a:avLst/>
          </a:prstGeom>
          <a:solidFill>
            <a:srgbClr val="C10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4" name="Rectangle 996">
            <a:extLst>
              <a:ext uri="{FF2B5EF4-FFF2-40B4-BE49-F238E27FC236}">
                <a16:creationId xmlns:a16="http://schemas.microsoft.com/office/drawing/2014/main" id="{DCE136E4-C4BA-4A39-BD4A-947A44B1730C}"/>
              </a:ext>
            </a:extLst>
          </p:cNvPr>
          <p:cNvSpPr/>
          <p:nvPr/>
        </p:nvSpPr>
        <p:spPr>
          <a:xfrm>
            <a:off x="-7" y="5249061"/>
            <a:ext cx="12192002" cy="540000"/>
          </a:xfrm>
          <a:prstGeom prst="rect">
            <a:avLst/>
          </a:prstGeom>
          <a:solidFill>
            <a:srgbClr val="C10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2" name="Rectangle 997">
            <a:extLst>
              <a:ext uri="{FF2B5EF4-FFF2-40B4-BE49-F238E27FC236}">
                <a16:creationId xmlns:a16="http://schemas.microsoft.com/office/drawing/2014/main" id="{B18AE0C1-9CA3-41D6-854E-0D00B894135B}"/>
              </a:ext>
            </a:extLst>
          </p:cNvPr>
          <p:cNvSpPr/>
          <p:nvPr/>
        </p:nvSpPr>
        <p:spPr>
          <a:xfrm>
            <a:off x="-3" y="6318000"/>
            <a:ext cx="12192000" cy="540000"/>
          </a:xfrm>
          <a:prstGeom prst="rect">
            <a:avLst/>
          </a:prstGeom>
          <a:solidFill>
            <a:srgbClr val="C10B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United States of America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美利坚合众国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378982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2000">
        <p159:morph option="byWord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2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2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49" presetClass="exit" presetSubtype="0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49" presetClass="exit" presetSubtype="0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9" presetClass="exit" presetSubtype="0" ac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49" presetClass="exit" presetSubtype="0" ac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9" presetClass="exit" presetSubtype="0" ac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49" presetClass="exit" presetSubtype="0" ac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49" presetClass="exit" presetSubtype="0" ac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4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49" presetClass="exit" presetSubtype="0" ac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0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49" presetClass="exit" presetSubtype="0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49" presetClass="exit" presetSubtype="0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8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6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6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0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40" grpId="0" animBg="1"/>
      <p:bldP spid="42" grpId="0" animBg="1"/>
      <p:bldP spid="46" grpId="0" animBg="1"/>
      <p:bldP spid="50" grpId="0" animBg="1"/>
      <p:bldP spid="52" grpId="0" animBg="1"/>
      <p:bldP spid="56" grpId="0" animBg="1"/>
      <p:bldP spid="60" grpId="0" animBg="1"/>
      <p:bldP spid="62" grpId="0" animBg="1"/>
      <p:bldP spid="66" grpId="0" animBg="1"/>
      <p:bldP spid="68" grpId="0" animBg="1"/>
      <p:bldP spid="70" grpId="0" animBg="1"/>
      <p:bldP spid="72" grpId="0" animBg="1"/>
      <p:bldP spid="74" grpId="0" animBg="1"/>
      <p:bldP spid="76" grpId="0" animBg="1"/>
      <p:bldP spid="78" grpId="0" animBg="1"/>
      <p:bldP spid="80" grpId="0" animBg="1"/>
      <p:bldP spid="82" grpId="0" animBg="1"/>
      <p:bldP spid="84" grpId="0" animBg="1"/>
      <p:bldP spid="90" grpId="0" animBg="1"/>
      <p:bldP spid="92" grpId="0" animBg="1"/>
      <p:bldP spid="98" grpId="0" animBg="1"/>
      <p:bldP spid="100" grpId="0" animBg="1"/>
      <p:bldP spid="106" grpId="0" animBg="1"/>
      <p:bldP spid="108" grpId="0" animBg="1"/>
      <p:bldP spid="110" grpId="0" animBg="1"/>
      <p:bldP spid="112" grpId="0" animBg="1"/>
      <p:bldP spid="114" grpId="0" animBg="1"/>
      <p:bldP spid="116" grpId="0" animBg="1"/>
      <p:bldP spid="119" grpId="0" animBg="1"/>
      <p:bldP spid="11" grpId="0" animBg="1"/>
      <p:bldP spid="13" grpId="0" animBg="1"/>
      <p:bldP spid="2" grpId="0" animBg="1"/>
      <p:bldP spid="4" grpId="0" animBg="1"/>
      <p:bldP spid="14" grpId="0" animBg="1"/>
      <p:bldP spid="24" grpId="0" animBg="1"/>
      <p:bldP spid="2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-1"/>
            <a:ext cx="12192003" cy="6856887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8" name="Star 999">
            <a:extLst>
              <a:ext uri="{FF2B5EF4-FFF2-40B4-BE49-F238E27FC236}">
                <a16:creationId xmlns:a16="http://schemas.microsoft.com/office/drawing/2014/main" id="{CAF558DA-9325-486C-95F5-A928431A2CC1}"/>
              </a:ext>
            </a:extLst>
          </p:cNvPr>
          <p:cNvSpPr/>
          <p:nvPr/>
        </p:nvSpPr>
        <p:spPr>
          <a:xfrm>
            <a:off x="5826000" y="1080000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5" name="Star 999">
            <a:extLst>
              <a:ext uri="{FF2B5EF4-FFF2-40B4-BE49-F238E27FC236}">
                <a16:creationId xmlns:a16="http://schemas.microsoft.com/office/drawing/2014/main" id="{57B125DF-929E-4119-BB46-92D5D7BDEF61}"/>
              </a:ext>
            </a:extLst>
          </p:cNvPr>
          <p:cNvSpPr/>
          <p:nvPr/>
        </p:nvSpPr>
        <p:spPr>
          <a:xfrm>
            <a:off x="6873621" y="1409300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7" name="Star 999">
            <a:extLst>
              <a:ext uri="{FF2B5EF4-FFF2-40B4-BE49-F238E27FC236}">
                <a16:creationId xmlns:a16="http://schemas.microsoft.com/office/drawing/2014/main" id="{16ABB009-51E7-4555-B1CF-F25A7451D879}"/>
              </a:ext>
            </a:extLst>
          </p:cNvPr>
          <p:cNvSpPr/>
          <p:nvPr/>
        </p:nvSpPr>
        <p:spPr>
          <a:xfrm>
            <a:off x="7582778" y="2191686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0" name="Star 999">
            <a:extLst>
              <a:ext uri="{FF2B5EF4-FFF2-40B4-BE49-F238E27FC236}">
                <a16:creationId xmlns:a16="http://schemas.microsoft.com/office/drawing/2014/main" id="{0AD0266B-B030-4EAC-B2E7-7458E2871FEE}"/>
              </a:ext>
            </a:extLst>
          </p:cNvPr>
          <p:cNvSpPr/>
          <p:nvPr/>
        </p:nvSpPr>
        <p:spPr>
          <a:xfrm>
            <a:off x="7928648" y="3159000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6" name="Star 999">
            <a:extLst>
              <a:ext uri="{FF2B5EF4-FFF2-40B4-BE49-F238E27FC236}">
                <a16:creationId xmlns:a16="http://schemas.microsoft.com/office/drawing/2014/main" id="{A977C914-5F84-4881-B052-A8EDD63D9B4B}"/>
              </a:ext>
            </a:extLst>
          </p:cNvPr>
          <p:cNvSpPr/>
          <p:nvPr/>
        </p:nvSpPr>
        <p:spPr>
          <a:xfrm>
            <a:off x="7582778" y="4120722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8" name="Star 999">
            <a:extLst>
              <a:ext uri="{FF2B5EF4-FFF2-40B4-BE49-F238E27FC236}">
                <a16:creationId xmlns:a16="http://schemas.microsoft.com/office/drawing/2014/main" id="{CE0B7CB1-4372-47C5-B6C4-9D51824DE71C}"/>
              </a:ext>
            </a:extLst>
          </p:cNvPr>
          <p:cNvSpPr/>
          <p:nvPr/>
        </p:nvSpPr>
        <p:spPr>
          <a:xfrm>
            <a:off x="6873621" y="4910491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999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5825997" y="5238000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8" name="Star 999">
            <a:extLst>
              <a:ext uri="{FF2B5EF4-FFF2-40B4-BE49-F238E27FC236}">
                <a16:creationId xmlns:a16="http://schemas.microsoft.com/office/drawing/2014/main" id="{936A0A1D-5CF4-4DB5-AAF0-88DE9D7AE3D8}"/>
              </a:ext>
            </a:extLst>
          </p:cNvPr>
          <p:cNvSpPr/>
          <p:nvPr/>
        </p:nvSpPr>
        <p:spPr>
          <a:xfrm>
            <a:off x="4778373" y="4908701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8" name="Star 999">
            <a:extLst>
              <a:ext uri="{FF2B5EF4-FFF2-40B4-BE49-F238E27FC236}">
                <a16:creationId xmlns:a16="http://schemas.microsoft.com/office/drawing/2014/main" id="{03E02DCD-63AC-44EA-949A-3B883F7E2B5B}"/>
              </a:ext>
            </a:extLst>
          </p:cNvPr>
          <p:cNvSpPr/>
          <p:nvPr/>
        </p:nvSpPr>
        <p:spPr>
          <a:xfrm>
            <a:off x="4069223" y="4120722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0" name="Star 999">
            <a:extLst>
              <a:ext uri="{FF2B5EF4-FFF2-40B4-BE49-F238E27FC236}">
                <a16:creationId xmlns:a16="http://schemas.microsoft.com/office/drawing/2014/main" id="{9673BD50-2EA4-4931-88B9-2F4EBF948F51}"/>
              </a:ext>
            </a:extLst>
          </p:cNvPr>
          <p:cNvSpPr/>
          <p:nvPr/>
        </p:nvSpPr>
        <p:spPr>
          <a:xfrm>
            <a:off x="3723352" y="3159000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2" name="Star 999">
            <a:extLst>
              <a:ext uri="{FF2B5EF4-FFF2-40B4-BE49-F238E27FC236}">
                <a16:creationId xmlns:a16="http://schemas.microsoft.com/office/drawing/2014/main" id="{B2E259F3-A54D-4B40-9A6B-96B38A59D841}"/>
              </a:ext>
            </a:extLst>
          </p:cNvPr>
          <p:cNvSpPr/>
          <p:nvPr/>
        </p:nvSpPr>
        <p:spPr>
          <a:xfrm>
            <a:off x="4069223" y="2191686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4" name="Star 999">
            <a:extLst>
              <a:ext uri="{FF2B5EF4-FFF2-40B4-BE49-F238E27FC236}">
                <a16:creationId xmlns:a16="http://schemas.microsoft.com/office/drawing/2014/main" id="{1D5DF637-AE1F-4882-8D8B-83FD4E1A7746}"/>
              </a:ext>
            </a:extLst>
          </p:cNvPr>
          <p:cNvSpPr/>
          <p:nvPr/>
        </p:nvSpPr>
        <p:spPr>
          <a:xfrm>
            <a:off x="4778373" y="1409299"/>
            <a:ext cx="540000" cy="540000"/>
          </a:xfrm>
          <a:prstGeom prst="star5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European Union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欧洲联盟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003659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2100">
        <p159:morph option="byWord"/>
      </p:transition>
    </mc:Choice>
    <mc:Fallback xmlns="">
      <p:transition spd="slow" advClick="0" advTm="2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9" presetClass="exit" presetSubtype="0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9" presetClass="exit" presetSubtype="0" ac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9" presetClass="exit" presetSubtype="0" ac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9" presetClass="exit" presetSubtype="0" ac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9" presetClass="exit" presetSubtype="0" ac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 animBg="1"/>
      <p:bldP spid="26" grpId="0" animBg="1"/>
      <p:bldP spid="48" grpId="0" animBg="1"/>
      <p:bldP spid="78" grpId="0" animBg="1"/>
      <p:bldP spid="80" grpId="0" animBg="1"/>
      <p:bldP spid="8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-1"/>
            <a:ext cx="12192003" cy="3429001"/>
          </a:xfrm>
          <a:prstGeom prst="rect">
            <a:avLst/>
          </a:prstGeom>
          <a:solidFill>
            <a:srgbClr val="F52B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4" name="Star 999">
            <a:extLst>
              <a:ext uri="{FF2B5EF4-FFF2-40B4-BE49-F238E27FC236}">
                <a16:creationId xmlns:a16="http://schemas.microsoft.com/office/drawing/2014/main" id="{CE57BC1E-3497-4B7C-BB9D-878734EDF424}"/>
              </a:ext>
            </a:extLst>
          </p:cNvPr>
          <p:cNvSpPr/>
          <p:nvPr/>
        </p:nvSpPr>
        <p:spPr>
          <a:xfrm>
            <a:off x="3224231" y="2048369"/>
            <a:ext cx="576000" cy="576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8" name="Star 999">
            <a:extLst>
              <a:ext uri="{FF2B5EF4-FFF2-40B4-BE49-F238E27FC236}">
                <a16:creationId xmlns:a16="http://schemas.microsoft.com/office/drawing/2014/main" id="{B993FF76-4500-4DA4-BBD4-F4818EC8081E}"/>
              </a:ext>
            </a:extLst>
          </p:cNvPr>
          <p:cNvSpPr/>
          <p:nvPr/>
        </p:nvSpPr>
        <p:spPr>
          <a:xfrm>
            <a:off x="2402226" y="2048369"/>
            <a:ext cx="576000" cy="576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4" name="Star 999">
            <a:extLst>
              <a:ext uri="{FF2B5EF4-FFF2-40B4-BE49-F238E27FC236}">
                <a16:creationId xmlns:a16="http://schemas.microsoft.com/office/drawing/2014/main" id="{A98036F4-941C-40F8-9371-45C53021251C}"/>
              </a:ext>
            </a:extLst>
          </p:cNvPr>
          <p:cNvSpPr/>
          <p:nvPr/>
        </p:nvSpPr>
        <p:spPr>
          <a:xfrm>
            <a:off x="3501527" y="1236266"/>
            <a:ext cx="576000" cy="576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999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2117709" y="1227630"/>
            <a:ext cx="576000" cy="576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4" name="Star 999">
            <a:extLst>
              <a:ext uri="{FF2B5EF4-FFF2-40B4-BE49-F238E27FC236}">
                <a16:creationId xmlns:a16="http://schemas.microsoft.com/office/drawing/2014/main" id="{13BC39DF-2BA8-46E3-A547-D84DB27EC5CF}"/>
              </a:ext>
            </a:extLst>
          </p:cNvPr>
          <p:cNvSpPr/>
          <p:nvPr/>
        </p:nvSpPr>
        <p:spPr>
          <a:xfrm>
            <a:off x="2809618" y="745537"/>
            <a:ext cx="576000" cy="576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5" name="Moon 1">
            <a:extLst>
              <a:ext uri="{FF2B5EF4-FFF2-40B4-BE49-F238E27FC236}">
                <a16:creationId xmlns:a16="http://schemas.microsoft.com/office/drawing/2014/main" id="{9F360B25-9340-4633-AA8C-2F2527429D69}"/>
              </a:ext>
            </a:extLst>
          </p:cNvPr>
          <p:cNvSpPr/>
          <p:nvPr/>
        </p:nvSpPr>
        <p:spPr>
          <a:xfrm>
            <a:off x="795344" y="476542"/>
            <a:ext cx="1237957" cy="2475914"/>
          </a:xfrm>
          <a:prstGeom prst="moon">
            <a:avLst>
              <a:gd name="adj" fmla="val 477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Singapore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新加坡共和国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072815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-1"/>
            <a:ext cx="12192003" cy="6856887"/>
          </a:xfrm>
          <a:prstGeom prst="rect">
            <a:avLst/>
          </a:prstGeom>
          <a:solidFill>
            <a:srgbClr val="017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31FFDE6-3609-4BD8-8E56-8A379E6A5741}"/>
              </a:ext>
            </a:extLst>
          </p:cNvPr>
          <p:cNvSpPr/>
          <p:nvPr/>
        </p:nvSpPr>
        <p:spPr>
          <a:xfrm>
            <a:off x="4656000" y="4603080"/>
            <a:ext cx="2880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4D01D-8B1C-49EC-8E32-9E26FEA9086D}"/>
              </a:ext>
            </a:extLst>
          </p:cNvPr>
          <p:cNvSpPr/>
          <p:nvPr/>
        </p:nvSpPr>
        <p:spPr>
          <a:xfrm>
            <a:off x="4836000" y="4755479"/>
            <a:ext cx="2520000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5825C9-730A-4B1F-A3FB-2789B9180693}"/>
              </a:ext>
            </a:extLst>
          </p:cNvPr>
          <p:cNvSpPr/>
          <p:nvPr/>
        </p:nvSpPr>
        <p:spPr>
          <a:xfrm>
            <a:off x="5196000" y="4964150"/>
            <a:ext cx="1800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453692-2D63-497F-B0B4-4D1DA02AA5FC}"/>
              </a:ext>
            </a:extLst>
          </p:cNvPr>
          <p:cNvSpPr/>
          <p:nvPr/>
        </p:nvSpPr>
        <p:spPr>
          <a:xfrm>
            <a:off x="5736000" y="5257226"/>
            <a:ext cx="720000" cy="28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3" name="Triangle 1">
            <a:extLst>
              <a:ext uri="{FF2B5EF4-FFF2-40B4-BE49-F238E27FC236}">
                <a16:creationId xmlns:a16="http://schemas.microsoft.com/office/drawing/2014/main" id="{2F0EDB8A-F245-48E2-8AE5-D887979ABE65}"/>
              </a:ext>
            </a:extLst>
          </p:cNvPr>
          <p:cNvSpPr/>
          <p:nvPr/>
        </p:nvSpPr>
        <p:spPr>
          <a:xfrm rot="-4500000">
            <a:off x="4283769" y="3000831"/>
            <a:ext cx="1260000" cy="1440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Triangle 2">
            <a:extLst>
              <a:ext uri="{FF2B5EF4-FFF2-40B4-BE49-F238E27FC236}">
                <a16:creationId xmlns:a16="http://schemas.microsoft.com/office/drawing/2014/main" id="{36748192-8C66-4853-B486-8D764613D7BD}"/>
              </a:ext>
            </a:extLst>
          </p:cNvPr>
          <p:cNvSpPr/>
          <p:nvPr/>
        </p:nvSpPr>
        <p:spPr>
          <a:xfrm rot="4500000">
            <a:off x="6648233" y="3001792"/>
            <a:ext cx="1260000" cy="1440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5" name="Triangle 3">
            <a:extLst>
              <a:ext uri="{FF2B5EF4-FFF2-40B4-BE49-F238E27FC236}">
                <a16:creationId xmlns:a16="http://schemas.microsoft.com/office/drawing/2014/main" id="{D851D0EE-C397-49D2-9758-73DB1CC9EEED}"/>
              </a:ext>
            </a:extLst>
          </p:cNvPr>
          <p:cNvSpPr/>
          <p:nvPr/>
        </p:nvSpPr>
        <p:spPr>
          <a:xfrm>
            <a:off x="5196000" y="2354755"/>
            <a:ext cx="1800000" cy="2160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26" name="Group 1">
            <a:extLst>
              <a:ext uri="{FF2B5EF4-FFF2-40B4-BE49-F238E27FC236}">
                <a16:creationId xmlns:a16="http://schemas.microsoft.com/office/drawing/2014/main" id="{69FBF7D2-6BE6-4882-B6F4-14707BF0DAD1}"/>
              </a:ext>
            </a:extLst>
          </p:cNvPr>
          <p:cNvGrpSpPr/>
          <p:nvPr/>
        </p:nvGrpSpPr>
        <p:grpSpPr>
          <a:xfrm rot="16200000">
            <a:off x="3887672" y="1140744"/>
            <a:ext cx="4473941" cy="4327047"/>
            <a:chOff x="3887672" y="1140744"/>
            <a:chExt cx="4473941" cy="4327047"/>
          </a:xfrm>
        </p:grpSpPr>
        <p:sp>
          <p:nvSpPr>
            <p:cNvPr id="27" name="Moon 1">
              <a:extLst>
                <a:ext uri="{FF2B5EF4-FFF2-40B4-BE49-F238E27FC236}">
                  <a16:creationId xmlns:a16="http://schemas.microsoft.com/office/drawing/2014/main" id="{793EA64E-F027-43B2-A26B-73B2B7D0AACB}"/>
                </a:ext>
              </a:extLst>
            </p:cNvPr>
            <p:cNvSpPr>
              <a:spLocks noChangeAspect="1"/>
            </p:cNvSpPr>
            <p:nvPr/>
          </p:nvSpPr>
          <p:spPr>
            <a:xfrm rot="1465170">
              <a:off x="5558656" y="1140744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oon 2">
              <a:extLst>
                <a:ext uri="{FF2B5EF4-FFF2-40B4-BE49-F238E27FC236}">
                  <a16:creationId xmlns:a16="http://schemas.microsoft.com/office/drawing/2014/main" id="{EEFA3E93-C5C2-4671-88DD-22A39AE8CCE8}"/>
                </a:ext>
              </a:extLst>
            </p:cNvPr>
            <p:cNvSpPr>
              <a:spLocks noChangeAspect="1"/>
            </p:cNvSpPr>
            <p:nvPr/>
          </p:nvSpPr>
          <p:spPr>
            <a:xfrm rot="5760000">
              <a:off x="6741613" y="1925160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oon 3">
              <a:extLst>
                <a:ext uri="{FF2B5EF4-FFF2-40B4-BE49-F238E27FC236}">
                  <a16:creationId xmlns:a16="http://schemas.microsoft.com/office/drawing/2014/main" id="{D985B059-8727-465D-A6DA-0E33E0D8D51D}"/>
                </a:ext>
              </a:extLst>
            </p:cNvPr>
            <p:cNvSpPr>
              <a:spLocks noChangeAspect="1"/>
            </p:cNvSpPr>
            <p:nvPr/>
          </p:nvSpPr>
          <p:spPr>
            <a:xfrm rot="10080000">
              <a:off x="6357922" y="3307791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oon 4">
              <a:extLst>
                <a:ext uri="{FF2B5EF4-FFF2-40B4-BE49-F238E27FC236}">
                  <a16:creationId xmlns:a16="http://schemas.microsoft.com/office/drawing/2014/main" id="{8C05FA8D-0B40-4CF6-AD81-E166833CC67B}"/>
                </a:ext>
              </a:extLst>
            </p:cNvPr>
            <p:cNvSpPr>
              <a:spLocks noChangeAspect="1"/>
            </p:cNvSpPr>
            <p:nvPr/>
          </p:nvSpPr>
          <p:spPr>
            <a:xfrm rot="14400000">
              <a:off x="4932697" y="3369716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oon 5">
              <a:extLst>
                <a:ext uri="{FF2B5EF4-FFF2-40B4-BE49-F238E27FC236}">
                  <a16:creationId xmlns:a16="http://schemas.microsoft.com/office/drawing/2014/main" id="{722FD824-439A-44E4-B77D-B7FA0471B019}"/>
                </a:ext>
              </a:extLst>
            </p:cNvPr>
            <p:cNvSpPr>
              <a:spLocks noChangeAspect="1"/>
            </p:cNvSpPr>
            <p:nvPr/>
          </p:nvSpPr>
          <p:spPr>
            <a:xfrm rot="18720000">
              <a:off x="4427672" y="2035476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Star 5">
            <a:extLst>
              <a:ext uri="{FF2B5EF4-FFF2-40B4-BE49-F238E27FC236}">
                <a16:creationId xmlns:a16="http://schemas.microsoft.com/office/drawing/2014/main" id="{CE57BC1E-3497-4B7C-BB9D-878734EDF424}"/>
              </a:ext>
            </a:extLst>
          </p:cNvPr>
          <p:cNvSpPr/>
          <p:nvPr/>
        </p:nvSpPr>
        <p:spPr>
          <a:xfrm rot="2820000">
            <a:off x="7939871" y="2203338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8" name="Star 4">
            <a:extLst>
              <a:ext uri="{FF2B5EF4-FFF2-40B4-BE49-F238E27FC236}">
                <a16:creationId xmlns:a16="http://schemas.microsoft.com/office/drawing/2014/main" id="{B993FF76-4500-4DA4-BBD4-F4818EC8081E}"/>
              </a:ext>
            </a:extLst>
          </p:cNvPr>
          <p:cNvSpPr/>
          <p:nvPr/>
        </p:nvSpPr>
        <p:spPr>
          <a:xfrm rot="1440000">
            <a:off x="7062416" y="1522406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4" name="Star 3">
            <a:extLst>
              <a:ext uri="{FF2B5EF4-FFF2-40B4-BE49-F238E27FC236}">
                <a16:creationId xmlns:a16="http://schemas.microsoft.com/office/drawing/2014/main" id="{A98036F4-941C-40F8-9371-45C53021251C}"/>
              </a:ext>
            </a:extLst>
          </p:cNvPr>
          <p:cNvSpPr/>
          <p:nvPr/>
        </p:nvSpPr>
        <p:spPr>
          <a:xfrm rot="20151885">
            <a:off x="4553241" y="1522406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4" name="Star 2">
            <a:extLst>
              <a:ext uri="{FF2B5EF4-FFF2-40B4-BE49-F238E27FC236}">
                <a16:creationId xmlns:a16="http://schemas.microsoft.com/office/drawing/2014/main" id="{13BC39DF-2BA8-46E3-A547-D84DB27EC5CF}"/>
              </a:ext>
            </a:extLst>
          </p:cNvPr>
          <p:cNvSpPr/>
          <p:nvPr/>
        </p:nvSpPr>
        <p:spPr>
          <a:xfrm rot="18758850">
            <a:off x="3676225" y="2203432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5664000" y="1080000"/>
            <a:ext cx="864000" cy="864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Text Simplified">
            <a:extLst>
              <a:ext uri="{FF2B5EF4-FFF2-40B4-BE49-F238E27FC236}">
                <a16:creationId xmlns:a16="http://schemas.microsoft.com/office/drawing/2014/main" id="{7F741CF0-B264-4A43-B0EB-991E83366894}"/>
              </a:ext>
            </a:extLst>
          </p:cNvPr>
          <p:cNvSpPr txBox="1"/>
          <p:nvPr/>
        </p:nvSpPr>
        <p:spPr>
          <a:xfrm>
            <a:off x="0" y="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rial Rounded MT Bold" panose="020F070403050403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!</a:t>
            </a: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Simplified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Macau SAR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澳门特别行政区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7959722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Word"/>
      </p:transition>
    </mc:Choice>
    <mc:Fallback>
      <p:transition spd="slow" advClick="0" advTm="100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-1"/>
            <a:ext cx="12192003" cy="6856887"/>
          </a:xfrm>
          <a:prstGeom prst="rect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21" name="Group 1">
            <a:extLst>
              <a:ext uri="{FF2B5EF4-FFF2-40B4-BE49-F238E27FC236}">
                <a16:creationId xmlns:a16="http://schemas.microsoft.com/office/drawing/2014/main" id="{20879232-83E3-4654-9E33-C30212567E93}"/>
              </a:ext>
            </a:extLst>
          </p:cNvPr>
          <p:cNvGrpSpPr/>
          <p:nvPr/>
        </p:nvGrpSpPr>
        <p:grpSpPr>
          <a:xfrm>
            <a:off x="3887672" y="1140744"/>
            <a:ext cx="4473941" cy="4327047"/>
            <a:chOff x="3887672" y="1140744"/>
            <a:chExt cx="4473941" cy="4327047"/>
          </a:xfrm>
        </p:grpSpPr>
        <p:sp>
          <p:nvSpPr>
            <p:cNvPr id="11" name="Moon 1">
              <a:extLst>
                <a:ext uri="{FF2B5EF4-FFF2-40B4-BE49-F238E27FC236}">
                  <a16:creationId xmlns:a16="http://schemas.microsoft.com/office/drawing/2014/main" id="{E93C3D98-77B9-4027-B72C-06CDDD22DE83}"/>
                </a:ext>
              </a:extLst>
            </p:cNvPr>
            <p:cNvSpPr>
              <a:spLocks noChangeAspect="1"/>
            </p:cNvSpPr>
            <p:nvPr/>
          </p:nvSpPr>
          <p:spPr>
            <a:xfrm rot="1465170">
              <a:off x="5558656" y="1140744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Moon 2">
              <a:extLst>
                <a:ext uri="{FF2B5EF4-FFF2-40B4-BE49-F238E27FC236}">
                  <a16:creationId xmlns:a16="http://schemas.microsoft.com/office/drawing/2014/main" id="{73F0DB5E-8534-4CC4-B0B5-E1FF66A2C43C}"/>
                </a:ext>
              </a:extLst>
            </p:cNvPr>
            <p:cNvSpPr>
              <a:spLocks noChangeAspect="1"/>
            </p:cNvSpPr>
            <p:nvPr/>
          </p:nvSpPr>
          <p:spPr>
            <a:xfrm rot="5760000">
              <a:off x="6741613" y="1925160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Moon 3">
              <a:extLst>
                <a:ext uri="{FF2B5EF4-FFF2-40B4-BE49-F238E27FC236}">
                  <a16:creationId xmlns:a16="http://schemas.microsoft.com/office/drawing/2014/main" id="{49E7F780-A013-4065-A22C-CD74253EAD54}"/>
                </a:ext>
              </a:extLst>
            </p:cNvPr>
            <p:cNvSpPr>
              <a:spLocks noChangeAspect="1"/>
            </p:cNvSpPr>
            <p:nvPr/>
          </p:nvSpPr>
          <p:spPr>
            <a:xfrm rot="10080000">
              <a:off x="6357922" y="3307791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Moon 4">
              <a:extLst>
                <a:ext uri="{FF2B5EF4-FFF2-40B4-BE49-F238E27FC236}">
                  <a16:creationId xmlns:a16="http://schemas.microsoft.com/office/drawing/2014/main" id="{1516CF34-ABE6-4A63-A969-CA8B487C0779}"/>
                </a:ext>
              </a:extLst>
            </p:cNvPr>
            <p:cNvSpPr>
              <a:spLocks noChangeAspect="1"/>
            </p:cNvSpPr>
            <p:nvPr/>
          </p:nvSpPr>
          <p:spPr>
            <a:xfrm rot="14400000">
              <a:off x="4932697" y="3369716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Moon 5">
              <a:extLst>
                <a:ext uri="{FF2B5EF4-FFF2-40B4-BE49-F238E27FC236}">
                  <a16:creationId xmlns:a16="http://schemas.microsoft.com/office/drawing/2014/main" id="{E5F27F5E-5344-410A-99AD-21988FBE374A}"/>
                </a:ext>
              </a:extLst>
            </p:cNvPr>
            <p:cNvSpPr>
              <a:spLocks noChangeAspect="1"/>
            </p:cNvSpPr>
            <p:nvPr/>
          </p:nvSpPr>
          <p:spPr>
            <a:xfrm rot="18720000">
              <a:off x="4427672" y="2035476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" name="Star 5">
            <a:extLst>
              <a:ext uri="{FF2B5EF4-FFF2-40B4-BE49-F238E27FC236}">
                <a16:creationId xmlns:a16="http://schemas.microsoft.com/office/drawing/2014/main" id="{CE57BC1E-3497-4B7C-BB9D-878734EDF424}"/>
              </a:ext>
            </a:extLst>
          </p:cNvPr>
          <p:cNvSpPr/>
          <p:nvPr/>
        </p:nvSpPr>
        <p:spPr>
          <a:xfrm rot="2520000">
            <a:off x="4543997" y="2840296"/>
            <a:ext cx="360000" cy="360000"/>
          </a:xfrm>
          <a:prstGeom prst="star5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8" name="Star 4">
            <a:extLst>
              <a:ext uri="{FF2B5EF4-FFF2-40B4-BE49-F238E27FC236}">
                <a16:creationId xmlns:a16="http://schemas.microsoft.com/office/drawing/2014/main" id="{B993FF76-4500-4DA4-BBD4-F4818EC8081E}"/>
              </a:ext>
            </a:extLst>
          </p:cNvPr>
          <p:cNvSpPr/>
          <p:nvPr/>
        </p:nvSpPr>
        <p:spPr>
          <a:xfrm rot="2520000">
            <a:off x="5216545" y="4456102"/>
            <a:ext cx="360000" cy="360000"/>
          </a:xfrm>
          <a:prstGeom prst="star5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4" name="Star 3">
            <a:extLst>
              <a:ext uri="{FF2B5EF4-FFF2-40B4-BE49-F238E27FC236}">
                <a16:creationId xmlns:a16="http://schemas.microsoft.com/office/drawing/2014/main" id="{A98036F4-941C-40F8-9371-45C53021251C}"/>
              </a:ext>
            </a:extLst>
          </p:cNvPr>
          <p:cNvSpPr/>
          <p:nvPr/>
        </p:nvSpPr>
        <p:spPr>
          <a:xfrm rot="6840000">
            <a:off x="6930882" y="4405873"/>
            <a:ext cx="360000" cy="360000"/>
          </a:xfrm>
          <a:prstGeom prst="star5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4" name="Star 2">
            <a:extLst>
              <a:ext uri="{FF2B5EF4-FFF2-40B4-BE49-F238E27FC236}">
                <a16:creationId xmlns:a16="http://schemas.microsoft.com/office/drawing/2014/main" id="{13BC39DF-2BA8-46E3-A547-D84DB27EC5CF}"/>
              </a:ext>
            </a:extLst>
          </p:cNvPr>
          <p:cNvSpPr/>
          <p:nvPr/>
        </p:nvSpPr>
        <p:spPr>
          <a:xfrm rot="2520000">
            <a:off x="7368542" y="2711597"/>
            <a:ext cx="360000" cy="360000"/>
          </a:xfrm>
          <a:prstGeom prst="star5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 rot="2520000">
            <a:off x="5859707" y="1825585"/>
            <a:ext cx="360000" cy="360000"/>
          </a:xfrm>
          <a:prstGeom prst="star5">
            <a:avLst/>
          </a:prstGeom>
          <a:solidFill>
            <a:srgbClr val="F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Text Simplified">
            <a:extLst>
              <a:ext uri="{FF2B5EF4-FFF2-40B4-BE49-F238E27FC236}">
                <a16:creationId xmlns:a16="http://schemas.microsoft.com/office/drawing/2014/main" id="{7F741CF0-B264-4A43-B0EB-991E83366894}"/>
              </a:ext>
            </a:extLst>
          </p:cNvPr>
          <p:cNvSpPr txBox="1"/>
          <p:nvPr/>
        </p:nvSpPr>
        <p:spPr>
          <a:xfrm>
            <a:off x="0" y="0"/>
            <a:ext cx="216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rial Rounded MT Bold" panose="020F070403050403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!</a:t>
            </a: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 Simplified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Hong Kong SAR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香港特别行政区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612574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000">
        <p159:morph option="byWord"/>
      </p:transition>
    </mc:Choice>
    <mc:Fallback>
      <p:transition spd="slow" advClick="0" advTm="100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-1"/>
            <a:ext cx="12192003" cy="6856887"/>
          </a:xfrm>
          <a:prstGeom prst="rect">
            <a:avLst/>
          </a:prstGeom>
          <a:solidFill>
            <a:srgbClr val="DE2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13" name="Group 1">
            <a:extLst>
              <a:ext uri="{FF2B5EF4-FFF2-40B4-BE49-F238E27FC236}">
                <a16:creationId xmlns:a16="http://schemas.microsoft.com/office/drawing/2014/main" id="{C73E52FD-93C2-4F61-94AB-10145BAF3C5B}"/>
              </a:ext>
            </a:extLst>
          </p:cNvPr>
          <p:cNvGrpSpPr/>
          <p:nvPr/>
        </p:nvGrpSpPr>
        <p:grpSpPr>
          <a:xfrm rot="5400000">
            <a:off x="3887672" y="1140744"/>
            <a:ext cx="4473941" cy="4327047"/>
            <a:chOff x="3887672" y="1140744"/>
            <a:chExt cx="4473941" cy="4327047"/>
          </a:xfrm>
        </p:grpSpPr>
        <p:sp>
          <p:nvSpPr>
            <p:cNvPr id="14" name="Moon 1">
              <a:extLst>
                <a:ext uri="{FF2B5EF4-FFF2-40B4-BE49-F238E27FC236}">
                  <a16:creationId xmlns:a16="http://schemas.microsoft.com/office/drawing/2014/main" id="{91C3692D-F693-4728-A594-165A7D4418CD}"/>
                </a:ext>
              </a:extLst>
            </p:cNvPr>
            <p:cNvSpPr>
              <a:spLocks noChangeAspect="1"/>
            </p:cNvSpPr>
            <p:nvPr/>
          </p:nvSpPr>
          <p:spPr>
            <a:xfrm rot="1465170">
              <a:off x="5558656" y="1140744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Moon 2">
              <a:extLst>
                <a:ext uri="{FF2B5EF4-FFF2-40B4-BE49-F238E27FC236}">
                  <a16:creationId xmlns:a16="http://schemas.microsoft.com/office/drawing/2014/main" id="{544F9D48-4EB3-438F-83B0-3D58EEF03810}"/>
                </a:ext>
              </a:extLst>
            </p:cNvPr>
            <p:cNvSpPr>
              <a:spLocks noChangeAspect="1"/>
            </p:cNvSpPr>
            <p:nvPr/>
          </p:nvSpPr>
          <p:spPr>
            <a:xfrm rot="5760000">
              <a:off x="6741613" y="1925160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Moon 3">
              <a:extLst>
                <a:ext uri="{FF2B5EF4-FFF2-40B4-BE49-F238E27FC236}">
                  <a16:creationId xmlns:a16="http://schemas.microsoft.com/office/drawing/2014/main" id="{B95F9DA9-5E75-4A92-9B8B-3340718F0703}"/>
                </a:ext>
              </a:extLst>
            </p:cNvPr>
            <p:cNvSpPr>
              <a:spLocks noChangeAspect="1"/>
            </p:cNvSpPr>
            <p:nvPr/>
          </p:nvSpPr>
          <p:spPr>
            <a:xfrm rot="10080000">
              <a:off x="6357922" y="3307791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Moon 4">
              <a:extLst>
                <a:ext uri="{FF2B5EF4-FFF2-40B4-BE49-F238E27FC236}">
                  <a16:creationId xmlns:a16="http://schemas.microsoft.com/office/drawing/2014/main" id="{5844BB97-E147-48B5-8A75-6CA883C5286A}"/>
                </a:ext>
              </a:extLst>
            </p:cNvPr>
            <p:cNvSpPr>
              <a:spLocks noChangeAspect="1"/>
            </p:cNvSpPr>
            <p:nvPr/>
          </p:nvSpPr>
          <p:spPr>
            <a:xfrm rot="14400000">
              <a:off x="4932697" y="3369716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Moon 5">
              <a:extLst>
                <a:ext uri="{FF2B5EF4-FFF2-40B4-BE49-F238E27FC236}">
                  <a16:creationId xmlns:a16="http://schemas.microsoft.com/office/drawing/2014/main" id="{EDE0561B-CC5E-49D0-B439-E6BA0CBE2349}"/>
                </a:ext>
              </a:extLst>
            </p:cNvPr>
            <p:cNvSpPr>
              <a:spLocks noChangeAspect="1"/>
            </p:cNvSpPr>
            <p:nvPr/>
          </p:nvSpPr>
          <p:spPr>
            <a:xfrm rot="18720000">
              <a:off x="4427672" y="2035476"/>
              <a:ext cx="1080000" cy="2160000"/>
            </a:xfrm>
            <a:prstGeom prst="moon">
              <a:avLst>
                <a:gd name="adj" fmla="val 69188"/>
              </a:avLst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8" name="Star 5">
            <a:extLst>
              <a:ext uri="{FF2B5EF4-FFF2-40B4-BE49-F238E27FC236}">
                <a16:creationId xmlns:a16="http://schemas.microsoft.com/office/drawing/2014/main" id="{B993FF76-4500-4DA4-BBD4-F4818EC8081E}"/>
              </a:ext>
            </a:extLst>
          </p:cNvPr>
          <p:cNvSpPr/>
          <p:nvPr/>
        </p:nvSpPr>
        <p:spPr>
          <a:xfrm rot="6141073">
            <a:off x="2603226" y="2224958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4" name="Star 4">
            <a:extLst>
              <a:ext uri="{FF2B5EF4-FFF2-40B4-BE49-F238E27FC236}">
                <a16:creationId xmlns:a16="http://schemas.microsoft.com/office/drawing/2014/main" id="{CE57BC1E-3497-4B7C-BB9D-878734EDF424}"/>
              </a:ext>
            </a:extLst>
          </p:cNvPr>
          <p:cNvSpPr/>
          <p:nvPr/>
        </p:nvSpPr>
        <p:spPr>
          <a:xfrm rot="4076279">
            <a:off x="3216808" y="1620822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4" name="Star 3">
            <a:extLst>
              <a:ext uri="{FF2B5EF4-FFF2-40B4-BE49-F238E27FC236}">
                <a16:creationId xmlns:a16="http://schemas.microsoft.com/office/drawing/2014/main" id="{A98036F4-941C-40F8-9371-45C53021251C}"/>
              </a:ext>
            </a:extLst>
          </p:cNvPr>
          <p:cNvSpPr/>
          <p:nvPr/>
        </p:nvSpPr>
        <p:spPr>
          <a:xfrm rot="20151885">
            <a:off x="3216808" y="889360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94" name="Star 2">
            <a:extLst>
              <a:ext uri="{FF2B5EF4-FFF2-40B4-BE49-F238E27FC236}">
                <a16:creationId xmlns:a16="http://schemas.microsoft.com/office/drawing/2014/main" id="{13BC39DF-2BA8-46E3-A547-D84DB27EC5CF}"/>
              </a:ext>
            </a:extLst>
          </p:cNvPr>
          <p:cNvSpPr/>
          <p:nvPr/>
        </p:nvSpPr>
        <p:spPr>
          <a:xfrm rot="18758850">
            <a:off x="2628065" y="325733"/>
            <a:ext cx="576000" cy="576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885742" y="715997"/>
            <a:ext cx="1440000" cy="1440000"/>
          </a:xfrm>
          <a:prstGeom prst="star5">
            <a:avLst/>
          </a:prstGeom>
          <a:solidFill>
            <a:srgbClr val="FFDE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People’s Republic of China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中华人民共和国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458892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800">
        <p159:morph option="byWord"/>
      </p:transition>
    </mc:Choice>
    <mc:Fallback>
      <p:transition spd="slow" advClick="0" advTm="1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xit" presetSubtype="0" ac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9" presetClass="exit" presetSubtype="0" ac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9" presetClass="exit" presetSubtype="0" ac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9" presetClass="exit" presetSubtype="0" ac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04" grpId="0" animBg="1"/>
      <p:bldP spid="54" grpId="0" animBg="1"/>
      <p:bldP spid="9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D72A3C6E-2898-4220-950B-FE59FA1E22F0}"/>
              </a:ext>
            </a:extLst>
          </p:cNvPr>
          <p:cNvSpPr/>
          <p:nvPr/>
        </p:nvSpPr>
        <p:spPr>
          <a:xfrm>
            <a:off x="-1" y="557"/>
            <a:ext cx="12192003" cy="6856887"/>
          </a:xfrm>
          <a:prstGeom prst="rect">
            <a:avLst/>
          </a:pr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4296000" y="1629000"/>
            <a:ext cx="3600000" cy="3600000"/>
          </a:xfrm>
          <a:prstGeom prst="star5">
            <a:avLst/>
          </a:prstGeom>
          <a:solidFill>
            <a:srgbClr val="FDD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Socialist Republic of Vietnam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越南社会主义共和国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509443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">
            <a:extLst>
              <a:ext uri="{FF2B5EF4-FFF2-40B4-BE49-F238E27FC236}">
                <a16:creationId xmlns:a16="http://schemas.microsoft.com/office/drawing/2014/main" id="{DB1345AE-BC7D-4BB0-953E-18985A71B2D8}"/>
              </a:ext>
            </a:extLst>
          </p:cNvPr>
          <p:cNvSpPr/>
          <p:nvPr/>
        </p:nvSpPr>
        <p:spPr>
          <a:xfrm>
            <a:off x="-4" y="-1"/>
            <a:ext cx="12192003" cy="6856887"/>
          </a:xfrm>
          <a:custGeom>
            <a:avLst/>
            <a:gdLst>
              <a:gd name="connsiteX0" fmla="*/ 0 w 12192003"/>
              <a:gd name="connsiteY0" fmla="*/ 0 h 6856887"/>
              <a:gd name="connsiteX1" fmla="*/ 12192003 w 12192003"/>
              <a:gd name="connsiteY1" fmla="*/ 0 h 6856887"/>
              <a:gd name="connsiteX2" fmla="*/ 12192003 w 12192003"/>
              <a:gd name="connsiteY2" fmla="*/ 6856887 h 6856887"/>
              <a:gd name="connsiteX3" fmla="*/ 0 w 12192003"/>
              <a:gd name="connsiteY3" fmla="*/ 6856887 h 6856887"/>
              <a:gd name="connsiteX4" fmla="*/ 0 w 12192003"/>
              <a:gd name="connsiteY4" fmla="*/ 0 h 6856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3" h="6856887">
                <a:moveTo>
                  <a:pt x="0" y="0"/>
                </a:moveTo>
                <a:lnTo>
                  <a:pt x="12192003" y="0"/>
                </a:lnTo>
                <a:lnTo>
                  <a:pt x="12192003" y="6856887"/>
                </a:lnTo>
                <a:lnTo>
                  <a:pt x="0" y="6856887"/>
                </a:lnTo>
                <a:lnTo>
                  <a:pt x="0" y="0"/>
                </a:lnTo>
                <a:close/>
              </a:path>
            </a:pathLst>
          </a:cu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4296000" y="1629000"/>
            <a:ext cx="3600000" cy="3600000"/>
          </a:xfrm>
          <a:prstGeom prst="star5">
            <a:avLst/>
          </a:prstGeom>
          <a:solidFill>
            <a:srgbClr val="FDD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Socialist Republic of Vietnam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越南社会主义共和国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07669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-1"/>
            <a:ext cx="12192003" cy="1296000"/>
          </a:xfrm>
          <a:prstGeom prst="rect">
            <a:avLst/>
          </a:prstGeom>
          <a:solidFill>
            <a:srgbClr val="002A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F45DB2-6A04-4C6D-BA7A-01A3BE5C2717}"/>
              </a:ext>
            </a:extLst>
          </p:cNvPr>
          <p:cNvSpPr/>
          <p:nvPr/>
        </p:nvSpPr>
        <p:spPr>
          <a:xfrm>
            <a:off x="-1" y="2781000"/>
            <a:ext cx="12192003" cy="1296000"/>
          </a:xfrm>
          <a:prstGeom prst="rect">
            <a:avLst/>
          </a:prstGeom>
          <a:solidFill>
            <a:srgbClr val="002A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5C73DF4-7854-4E23-944D-66A911B14944}"/>
              </a:ext>
            </a:extLst>
          </p:cNvPr>
          <p:cNvSpPr/>
          <p:nvPr/>
        </p:nvSpPr>
        <p:spPr>
          <a:xfrm>
            <a:off x="-1" y="5562000"/>
            <a:ext cx="12192003" cy="1296000"/>
          </a:xfrm>
          <a:prstGeom prst="rect">
            <a:avLst/>
          </a:prstGeom>
          <a:solidFill>
            <a:srgbClr val="002A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7" name="Freeform 1">
            <a:extLst>
              <a:ext uri="{FF2B5EF4-FFF2-40B4-BE49-F238E27FC236}">
                <a16:creationId xmlns:a16="http://schemas.microsoft.com/office/drawing/2014/main" id="{C287B13C-A98A-48FA-AE33-1DB615774620}"/>
              </a:ext>
            </a:extLst>
          </p:cNvPr>
          <p:cNvSpPr/>
          <p:nvPr/>
        </p:nvSpPr>
        <p:spPr>
          <a:xfrm rot="5400000">
            <a:off x="-548444" y="548443"/>
            <a:ext cx="6856888" cy="5760000"/>
          </a:xfrm>
          <a:custGeom>
            <a:avLst/>
            <a:gdLst>
              <a:gd name="connsiteX0" fmla="*/ 0 w 6856888"/>
              <a:gd name="connsiteY0" fmla="*/ 5760000 h 5760000"/>
              <a:gd name="connsiteX1" fmla="*/ 3428444 w 6856888"/>
              <a:gd name="connsiteY1" fmla="*/ 0 h 5760000"/>
              <a:gd name="connsiteX2" fmla="*/ 6856888 w 6856888"/>
              <a:gd name="connsiteY2" fmla="*/ 5760000 h 5760000"/>
              <a:gd name="connsiteX3" fmla="*/ 0 w 6856888"/>
              <a:gd name="connsiteY3" fmla="*/ 576000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6888" h="5760000">
                <a:moveTo>
                  <a:pt x="0" y="5760000"/>
                </a:moveTo>
                <a:lnTo>
                  <a:pt x="3428444" y="0"/>
                </a:lnTo>
                <a:lnTo>
                  <a:pt x="6856888" y="5760000"/>
                </a:lnTo>
                <a:lnTo>
                  <a:pt x="0" y="5760000"/>
                </a:lnTo>
                <a:close/>
              </a:path>
            </a:pathLst>
          </a:custGeom>
          <a:solidFill>
            <a:srgbClr val="D01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 rot="-4320000">
            <a:off x="1186782" y="2528999"/>
            <a:ext cx="1800000" cy="1800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Cuba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古巴共和国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339925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500">
        <p159:morph option="byWord"/>
      </p:transition>
    </mc:Choice>
    <mc:Fallback xmlns="">
      <p:transition spd="slow"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-1406773"/>
            <a:ext cx="12192003" cy="1296000"/>
          </a:xfrm>
          <a:prstGeom prst="rect">
            <a:avLst/>
          </a:prstGeom>
          <a:solidFill>
            <a:srgbClr val="002A9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5C73DF4-7854-4E23-944D-66A911B14944}"/>
              </a:ext>
            </a:extLst>
          </p:cNvPr>
          <p:cNvSpPr/>
          <p:nvPr/>
        </p:nvSpPr>
        <p:spPr>
          <a:xfrm>
            <a:off x="-1" y="6968771"/>
            <a:ext cx="12192003" cy="1296000"/>
          </a:xfrm>
          <a:prstGeom prst="rect">
            <a:avLst/>
          </a:prstGeom>
          <a:solidFill>
            <a:srgbClr val="002A9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F45DB2-6A04-4C6D-BA7A-01A3BE5C2717}"/>
              </a:ext>
            </a:extLst>
          </p:cNvPr>
          <p:cNvSpPr/>
          <p:nvPr/>
        </p:nvSpPr>
        <p:spPr>
          <a:xfrm>
            <a:off x="-1" y="0"/>
            <a:ext cx="12192003" cy="6858000"/>
          </a:xfrm>
          <a:prstGeom prst="rect">
            <a:avLst/>
          </a:prstGeom>
          <a:solidFill>
            <a:srgbClr val="E30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7" name="Freeform 1">
            <a:extLst>
              <a:ext uri="{FF2B5EF4-FFF2-40B4-BE49-F238E27FC236}">
                <a16:creationId xmlns:a16="http://schemas.microsoft.com/office/drawing/2014/main" id="{C287B13C-A98A-48FA-AE33-1DB615774620}"/>
              </a:ext>
            </a:extLst>
          </p:cNvPr>
          <p:cNvSpPr/>
          <p:nvPr/>
        </p:nvSpPr>
        <p:spPr>
          <a:xfrm rot="5400000">
            <a:off x="11774860" y="548443"/>
            <a:ext cx="6856888" cy="5760000"/>
          </a:xfrm>
          <a:custGeom>
            <a:avLst/>
            <a:gdLst>
              <a:gd name="connsiteX0" fmla="*/ 0 w 6856888"/>
              <a:gd name="connsiteY0" fmla="*/ 5760000 h 5760000"/>
              <a:gd name="connsiteX1" fmla="*/ 3428444 w 6856888"/>
              <a:gd name="connsiteY1" fmla="*/ 0 h 5760000"/>
              <a:gd name="connsiteX2" fmla="*/ 6856888 w 6856888"/>
              <a:gd name="connsiteY2" fmla="*/ 5760000 h 5760000"/>
              <a:gd name="connsiteX3" fmla="*/ 0 w 6856888"/>
              <a:gd name="connsiteY3" fmla="*/ 576000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6888" h="5760000">
                <a:moveTo>
                  <a:pt x="0" y="5760000"/>
                </a:moveTo>
                <a:lnTo>
                  <a:pt x="3428444" y="0"/>
                </a:lnTo>
                <a:lnTo>
                  <a:pt x="6856888" y="5760000"/>
                </a:lnTo>
                <a:lnTo>
                  <a:pt x="0" y="5760000"/>
                </a:lnTo>
                <a:close/>
              </a:path>
            </a:pathLst>
          </a:custGeom>
          <a:solidFill>
            <a:srgbClr val="D0142C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EE9CD3B-76C4-42AD-B556-8B0910A855ED}"/>
              </a:ext>
            </a:extLst>
          </p:cNvPr>
          <p:cNvSpPr/>
          <p:nvPr/>
        </p:nvSpPr>
        <p:spPr>
          <a:xfrm>
            <a:off x="1980000" y="1629000"/>
            <a:ext cx="3600000" cy="360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Oval 2">
            <a:extLst>
              <a:ext uri="{FF2B5EF4-FFF2-40B4-BE49-F238E27FC236}">
                <a16:creationId xmlns:a16="http://schemas.microsoft.com/office/drawing/2014/main" id="{FEFB3A26-F0C6-4353-A968-E077592121EE}"/>
              </a:ext>
            </a:extLst>
          </p:cNvPr>
          <p:cNvSpPr/>
          <p:nvPr/>
        </p:nvSpPr>
        <p:spPr>
          <a:xfrm>
            <a:off x="2803862" y="1989000"/>
            <a:ext cx="2880000" cy="2880000"/>
          </a:xfrm>
          <a:prstGeom prst="ellipse">
            <a:avLst/>
          </a:prstGeom>
          <a:solidFill>
            <a:srgbClr val="E309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 rot="3180000">
            <a:off x="5616000" y="2433630"/>
            <a:ext cx="1800000" cy="1800000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Turkey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土耳其共和国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399560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500">
        <p159:morph option="byWord"/>
      </p:transition>
    </mc:Choice>
    <mc:Fallback xmlns="">
      <p:transition spd="slow" advClick="0" advTm="15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95C73DF4-7854-4E23-944D-66A911B14944}"/>
              </a:ext>
            </a:extLst>
          </p:cNvPr>
          <p:cNvSpPr/>
          <p:nvPr/>
        </p:nvSpPr>
        <p:spPr>
          <a:xfrm>
            <a:off x="-1" y="5706000"/>
            <a:ext cx="12192003" cy="1152000"/>
          </a:xfrm>
          <a:prstGeom prst="rect">
            <a:avLst/>
          </a:prstGeom>
          <a:solidFill>
            <a:srgbClr val="024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F45DB2-6A04-4C6D-BA7A-01A3BE5C2717}"/>
              </a:ext>
            </a:extLst>
          </p:cNvPr>
          <p:cNvSpPr/>
          <p:nvPr/>
        </p:nvSpPr>
        <p:spPr>
          <a:xfrm>
            <a:off x="-1" y="1359000"/>
            <a:ext cx="12192003" cy="4140000"/>
          </a:xfrm>
          <a:prstGeom prst="rect">
            <a:avLst/>
          </a:prstGeom>
          <a:solidFill>
            <a:srgbClr val="EB1E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0"/>
            <a:ext cx="12192003" cy="1152000"/>
          </a:xfrm>
          <a:prstGeom prst="rect">
            <a:avLst/>
          </a:prstGeom>
          <a:solidFill>
            <a:srgbClr val="024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53687A-BCA5-42DB-870B-380BDE82B511}"/>
              </a:ext>
            </a:extLst>
          </p:cNvPr>
          <p:cNvSpPr/>
          <p:nvPr/>
        </p:nvSpPr>
        <p:spPr>
          <a:xfrm>
            <a:off x="2520000" y="2169000"/>
            <a:ext cx="2520000" cy="25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8" name="Star 1">
            <a:extLst>
              <a:ext uri="{FF2B5EF4-FFF2-40B4-BE49-F238E27FC236}">
                <a16:creationId xmlns:a16="http://schemas.microsoft.com/office/drawing/2014/main" id="{DEE77FD5-4F03-4C64-99E0-0A2F4F311E11}"/>
              </a:ext>
            </a:extLst>
          </p:cNvPr>
          <p:cNvSpPr/>
          <p:nvPr/>
        </p:nvSpPr>
        <p:spPr>
          <a:xfrm>
            <a:off x="2574000" y="2167886"/>
            <a:ext cx="2412000" cy="2268000"/>
          </a:xfrm>
          <a:prstGeom prst="star5">
            <a:avLst/>
          </a:prstGeom>
          <a:solidFill>
            <a:srgbClr val="EB1E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Democratic People’s Republic of Korea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朝鲜人民民主主义共和国（北韩）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468658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95C73DF4-7854-4E23-944D-66A911B14944}"/>
              </a:ext>
            </a:extLst>
          </p:cNvPr>
          <p:cNvSpPr/>
          <p:nvPr/>
        </p:nvSpPr>
        <p:spPr>
          <a:xfrm>
            <a:off x="-1" y="5130000"/>
            <a:ext cx="12192003" cy="1728000"/>
          </a:xfrm>
          <a:prstGeom prst="rect">
            <a:avLst/>
          </a:pr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0"/>
            <a:ext cx="12192003" cy="1728000"/>
          </a:xfrm>
          <a:prstGeom prst="rect">
            <a:avLst/>
          </a:pr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F45DB2-6A04-4C6D-BA7A-01A3BE5C2717}"/>
              </a:ext>
            </a:extLst>
          </p:cNvPr>
          <p:cNvSpPr/>
          <p:nvPr/>
        </p:nvSpPr>
        <p:spPr>
          <a:xfrm>
            <a:off x="-1" y="1629000"/>
            <a:ext cx="12192003" cy="3600000"/>
          </a:xfrm>
          <a:prstGeom prst="rect">
            <a:avLst/>
          </a:prstGeom>
          <a:solidFill>
            <a:srgbClr val="012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53687A-BCA5-42DB-870B-380BDE82B511}"/>
              </a:ext>
            </a:extLst>
          </p:cNvPr>
          <p:cNvSpPr/>
          <p:nvPr/>
        </p:nvSpPr>
        <p:spPr>
          <a:xfrm>
            <a:off x="4746000" y="2079000"/>
            <a:ext cx="2700000" cy="270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Lao People’s Democratic Republic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老挝人民民主共和国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44664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95C73DF4-7854-4E23-944D-66A911B14944}"/>
              </a:ext>
            </a:extLst>
          </p:cNvPr>
          <p:cNvSpPr/>
          <p:nvPr/>
        </p:nvSpPr>
        <p:spPr>
          <a:xfrm>
            <a:off x="-1" y="5130000"/>
            <a:ext cx="12192003" cy="1728000"/>
          </a:xfrm>
          <a:prstGeom prst="rect">
            <a:avLst/>
          </a:pr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7DC577-5FFB-47F6-B9A5-172B0320B267}"/>
              </a:ext>
            </a:extLst>
          </p:cNvPr>
          <p:cNvSpPr/>
          <p:nvPr/>
        </p:nvSpPr>
        <p:spPr>
          <a:xfrm>
            <a:off x="-4" y="0"/>
            <a:ext cx="12192003" cy="1728000"/>
          </a:xfrm>
          <a:prstGeom prst="rect">
            <a:avLst/>
          </a:prstGeom>
          <a:solidFill>
            <a:srgbClr val="CE11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F45DB2-6A04-4C6D-BA7A-01A3BE5C2717}"/>
              </a:ext>
            </a:extLst>
          </p:cNvPr>
          <p:cNvSpPr/>
          <p:nvPr/>
        </p:nvSpPr>
        <p:spPr>
          <a:xfrm>
            <a:off x="-1" y="0"/>
            <a:ext cx="1219200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53687A-BCA5-42DB-870B-380BDE82B511}"/>
              </a:ext>
            </a:extLst>
          </p:cNvPr>
          <p:cNvSpPr/>
          <p:nvPr/>
        </p:nvSpPr>
        <p:spPr>
          <a:xfrm>
            <a:off x="4296000" y="1629000"/>
            <a:ext cx="3600000" cy="3600000"/>
          </a:xfrm>
          <a:prstGeom prst="ellipse">
            <a:avLst/>
          </a:prstGeom>
          <a:solidFill>
            <a:srgbClr val="BE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Freeform 1">
            <a:extLst>
              <a:ext uri="{FF2B5EF4-FFF2-40B4-BE49-F238E27FC236}">
                <a16:creationId xmlns:a16="http://schemas.microsoft.com/office/drawing/2014/main" id="{3B158F32-D2A2-488F-B5C1-4371EB306447}"/>
              </a:ext>
            </a:extLst>
          </p:cNvPr>
          <p:cNvSpPr/>
          <p:nvPr/>
        </p:nvSpPr>
        <p:spPr>
          <a:xfrm rot="5400000" flipV="1">
            <a:off x="4746000" y="1177886"/>
            <a:ext cx="2700000" cy="3600000"/>
          </a:xfrm>
          <a:custGeom>
            <a:avLst/>
            <a:gdLst>
              <a:gd name="connsiteX0" fmla="*/ 1800000 w 2700000"/>
              <a:gd name="connsiteY0" fmla="*/ 0 h 3600000"/>
              <a:gd name="connsiteX1" fmla="*/ 2700000 w 2700000"/>
              <a:gd name="connsiteY1" fmla="*/ 900000 h 3600000"/>
              <a:gd name="connsiteX2" fmla="*/ 1800000 w 2700000"/>
              <a:gd name="connsiteY2" fmla="*/ 1800000 h 3600000"/>
              <a:gd name="connsiteX3" fmla="*/ 900000 w 2700000"/>
              <a:gd name="connsiteY3" fmla="*/ 2700000 h 3600000"/>
              <a:gd name="connsiteX4" fmla="*/ 1800000 w 2700000"/>
              <a:gd name="connsiteY4" fmla="*/ 3600000 h 3600000"/>
              <a:gd name="connsiteX5" fmla="*/ 0 w 2700000"/>
              <a:gd name="connsiteY5" fmla="*/ 1800000 h 3600000"/>
              <a:gd name="connsiteX6" fmla="*/ 1800000 w 2700000"/>
              <a:gd name="connsiteY6" fmla="*/ 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0000" h="3600000">
                <a:moveTo>
                  <a:pt x="1800000" y="0"/>
                </a:moveTo>
                <a:cubicBezTo>
                  <a:pt x="2297056" y="0"/>
                  <a:pt x="2700000" y="402944"/>
                  <a:pt x="2700000" y="900000"/>
                </a:cubicBezTo>
                <a:cubicBezTo>
                  <a:pt x="2700000" y="1397056"/>
                  <a:pt x="2297056" y="1800000"/>
                  <a:pt x="1800000" y="1800000"/>
                </a:cubicBezTo>
                <a:cubicBezTo>
                  <a:pt x="1302944" y="1800000"/>
                  <a:pt x="900000" y="2202944"/>
                  <a:pt x="900000" y="2700000"/>
                </a:cubicBezTo>
                <a:cubicBezTo>
                  <a:pt x="900000" y="3197056"/>
                  <a:pt x="1302944" y="3600000"/>
                  <a:pt x="1800000" y="3600000"/>
                </a:cubicBezTo>
                <a:cubicBezTo>
                  <a:pt x="805887" y="3600000"/>
                  <a:pt x="0" y="2794113"/>
                  <a:pt x="0" y="1800000"/>
                </a:cubicBezTo>
                <a:cubicBezTo>
                  <a:pt x="0" y="805887"/>
                  <a:pt x="805887" y="0"/>
                  <a:pt x="1800000" y="0"/>
                </a:cubicBezTo>
                <a:close/>
              </a:path>
            </a:pathLst>
          </a:custGeom>
          <a:solidFill>
            <a:srgbClr val="003F86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13" name="Group 1">
            <a:extLst>
              <a:ext uri="{FF2B5EF4-FFF2-40B4-BE49-F238E27FC236}">
                <a16:creationId xmlns:a16="http://schemas.microsoft.com/office/drawing/2014/main" id="{3D0A52A6-956E-40D9-AD6F-519CA3891BFE}"/>
              </a:ext>
            </a:extLst>
          </p:cNvPr>
          <p:cNvGrpSpPr/>
          <p:nvPr/>
        </p:nvGrpSpPr>
        <p:grpSpPr>
          <a:xfrm rot="16200000">
            <a:off x="2496468" y="604013"/>
            <a:ext cx="7337285" cy="5690007"/>
            <a:chOff x="2496468" y="604013"/>
            <a:chExt cx="7337285" cy="5690007"/>
          </a:xfrm>
        </p:grpSpPr>
        <p:sp>
          <p:nvSpPr>
            <p:cNvPr id="14" name="Rectangle 999">
              <a:extLst>
                <a:ext uri="{FF2B5EF4-FFF2-40B4-BE49-F238E27FC236}">
                  <a16:creationId xmlns:a16="http://schemas.microsoft.com/office/drawing/2014/main" id="{717132B7-00FA-45CC-8F1B-AD120AAF994D}"/>
                </a:ext>
              </a:extLst>
            </p:cNvPr>
            <p:cNvSpPr/>
            <p:nvPr/>
          </p:nvSpPr>
          <p:spPr>
            <a:xfrm rot="-3600000">
              <a:off x="1740468" y="1360013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Rectangle 999">
              <a:extLst>
                <a:ext uri="{FF2B5EF4-FFF2-40B4-BE49-F238E27FC236}">
                  <a16:creationId xmlns:a16="http://schemas.microsoft.com/office/drawing/2014/main" id="{E774E039-75D5-408F-AE42-810ADBB9D3E4}"/>
                </a:ext>
              </a:extLst>
            </p:cNvPr>
            <p:cNvSpPr/>
            <p:nvPr/>
          </p:nvSpPr>
          <p:spPr>
            <a:xfrm rot="18000000">
              <a:off x="2095497" y="1572905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7" name="Rectangle 999">
              <a:extLst>
                <a:ext uri="{FF2B5EF4-FFF2-40B4-BE49-F238E27FC236}">
                  <a16:creationId xmlns:a16="http://schemas.microsoft.com/office/drawing/2014/main" id="{435E5475-C1E8-462E-A010-34DC8CC3C4BA}"/>
                </a:ext>
              </a:extLst>
            </p:cNvPr>
            <p:cNvSpPr/>
            <p:nvPr/>
          </p:nvSpPr>
          <p:spPr>
            <a:xfrm rot="18000000">
              <a:off x="2435238" y="1776335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Rectangle 999">
              <a:extLst>
                <a:ext uri="{FF2B5EF4-FFF2-40B4-BE49-F238E27FC236}">
                  <a16:creationId xmlns:a16="http://schemas.microsoft.com/office/drawing/2014/main" id="{57133865-D257-4836-A580-323D21CA63E6}"/>
                </a:ext>
              </a:extLst>
            </p:cNvPr>
            <p:cNvSpPr/>
            <p:nvPr/>
          </p:nvSpPr>
          <p:spPr>
            <a:xfrm rot="18000000">
              <a:off x="8084215" y="5285201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Rectangle 999">
              <a:extLst>
                <a:ext uri="{FF2B5EF4-FFF2-40B4-BE49-F238E27FC236}">
                  <a16:creationId xmlns:a16="http://schemas.microsoft.com/office/drawing/2014/main" id="{F2E582F5-0319-42D9-B16C-33986903EBC7}"/>
                </a:ext>
              </a:extLst>
            </p:cNvPr>
            <p:cNvSpPr/>
            <p:nvPr/>
          </p:nvSpPr>
          <p:spPr>
            <a:xfrm rot="18000000">
              <a:off x="8582192" y="4413104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Rectangle 999">
              <a:extLst>
                <a:ext uri="{FF2B5EF4-FFF2-40B4-BE49-F238E27FC236}">
                  <a16:creationId xmlns:a16="http://schemas.microsoft.com/office/drawing/2014/main" id="{A86DB44B-9893-4446-ABA1-9AF5D25F1B4C}"/>
                </a:ext>
              </a:extLst>
            </p:cNvPr>
            <p:cNvSpPr/>
            <p:nvPr/>
          </p:nvSpPr>
          <p:spPr>
            <a:xfrm rot="18000000">
              <a:off x="8429059" y="5493872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1" name="Rectangle 999">
              <a:extLst>
                <a:ext uri="{FF2B5EF4-FFF2-40B4-BE49-F238E27FC236}">
                  <a16:creationId xmlns:a16="http://schemas.microsoft.com/office/drawing/2014/main" id="{84136BD1-EEE6-45E0-8E00-805DC185919E}"/>
                </a:ext>
              </a:extLst>
            </p:cNvPr>
            <p:cNvSpPr/>
            <p:nvPr/>
          </p:nvSpPr>
          <p:spPr>
            <a:xfrm rot="18000000">
              <a:off x="8929585" y="462177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Rectangle 999">
              <a:extLst>
                <a:ext uri="{FF2B5EF4-FFF2-40B4-BE49-F238E27FC236}">
                  <a16:creationId xmlns:a16="http://schemas.microsoft.com/office/drawing/2014/main" id="{9FD4B6DE-6A96-473D-9D0C-3827415C7505}"/>
                </a:ext>
              </a:extLst>
            </p:cNvPr>
            <p:cNvSpPr/>
            <p:nvPr/>
          </p:nvSpPr>
          <p:spPr>
            <a:xfrm rot="18000000">
              <a:off x="8778542" y="569097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3" name="Rectangle 999">
              <a:extLst>
                <a:ext uri="{FF2B5EF4-FFF2-40B4-BE49-F238E27FC236}">
                  <a16:creationId xmlns:a16="http://schemas.microsoft.com/office/drawing/2014/main" id="{8ECE442E-DBF4-4A26-8AD2-0009A577746E}"/>
                </a:ext>
              </a:extLst>
            </p:cNvPr>
            <p:cNvSpPr/>
            <p:nvPr/>
          </p:nvSpPr>
          <p:spPr>
            <a:xfrm rot="18000000">
              <a:off x="9280779" y="482170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Rectangle 999">
              <a:extLst>
                <a:ext uri="{FF2B5EF4-FFF2-40B4-BE49-F238E27FC236}">
                  <a16:creationId xmlns:a16="http://schemas.microsoft.com/office/drawing/2014/main" id="{CDD87A2A-BF6F-4518-BEC9-7D99E22D7333}"/>
                </a:ext>
              </a:extLst>
            </p:cNvPr>
            <p:cNvSpPr/>
            <p:nvPr/>
          </p:nvSpPr>
          <p:spPr>
            <a:xfrm rot="3600000">
              <a:off x="1742674" y="5250020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5" name="Rectangle 999">
              <a:extLst>
                <a:ext uri="{FF2B5EF4-FFF2-40B4-BE49-F238E27FC236}">
                  <a16:creationId xmlns:a16="http://schemas.microsoft.com/office/drawing/2014/main" id="{E3525B22-6037-4B91-9BB5-BAC4D56E33F6}"/>
                </a:ext>
              </a:extLst>
            </p:cNvPr>
            <p:cNvSpPr/>
            <p:nvPr/>
          </p:nvSpPr>
          <p:spPr>
            <a:xfrm rot="3600000">
              <a:off x="2347496" y="460065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6" name="Rectangle 999">
              <a:extLst>
                <a:ext uri="{FF2B5EF4-FFF2-40B4-BE49-F238E27FC236}">
                  <a16:creationId xmlns:a16="http://schemas.microsoft.com/office/drawing/2014/main" id="{0F24A63F-E83A-41B1-A3B5-3047421DE8B0}"/>
                </a:ext>
              </a:extLst>
            </p:cNvPr>
            <p:cNvSpPr/>
            <p:nvPr/>
          </p:nvSpPr>
          <p:spPr>
            <a:xfrm rot="3600000">
              <a:off x="2849868" y="5469697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7" name="Rectangle 999">
              <a:extLst>
                <a:ext uri="{FF2B5EF4-FFF2-40B4-BE49-F238E27FC236}">
                  <a16:creationId xmlns:a16="http://schemas.microsoft.com/office/drawing/2014/main" id="{5573FCE3-907A-4958-94DC-306FC6D8CF31}"/>
                </a:ext>
              </a:extLst>
            </p:cNvPr>
            <p:cNvSpPr/>
            <p:nvPr/>
          </p:nvSpPr>
          <p:spPr>
            <a:xfrm rot="3600000">
              <a:off x="2450317" y="4822538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8" name="Rectangle 999">
              <a:extLst>
                <a:ext uri="{FF2B5EF4-FFF2-40B4-BE49-F238E27FC236}">
                  <a16:creationId xmlns:a16="http://schemas.microsoft.com/office/drawing/2014/main" id="{87B9436D-00DD-4DF4-8104-4791140F388F}"/>
                </a:ext>
              </a:extLst>
            </p:cNvPr>
            <p:cNvSpPr/>
            <p:nvPr/>
          </p:nvSpPr>
          <p:spPr>
            <a:xfrm rot="3600000">
              <a:off x="8085985" y="133985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9" name="Rectangle 999">
              <a:extLst>
                <a:ext uri="{FF2B5EF4-FFF2-40B4-BE49-F238E27FC236}">
                  <a16:creationId xmlns:a16="http://schemas.microsoft.com/office/drawing/2014/main" id="{75239B46-3044-4813-A4C8-CE6BBFAD2205}"/>
                </a:ext>
              </a:extLst>
            </p:cNvPr>
            <p:cNvSpPr/>
            <p:nvPr/>
          </p:nvSpPr>
          <p:spPr>
            <a:xfrm rot="3600000">
              <a:off x="8583181" y="219128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0" name="Rectangle 999">
              <a:extLst>
                <a:ext uri="{FF2B5EF4-FFF2-40B4-BE49-F238E27FC236}">
                  <a16:creationId xmlns:a16="http://schemas.microsoft.com/office/drawing/2014/main" id="{88F852A7-E867-459E-9C43-BCDF7C50A46F}"/>
                </a:ext>
              </a:extLst>
            </p:cNvPr>
            <p:cNvSpPr/>
            <p:nvPr/>
          </p:nvSpPr>
          <p:spPr>
            <a:xfrm rot="3600000">
              <a:off x="8185869" y="1554843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1" name="Rectangle 999">
              <a:extLst>
                <a:ext uri="{FF2B5EF4-FFF2-40B4-BE49-F238E27FC236}">
                  <a16:creationId xmlns:a16="http://schemas.microsoft.com/office/drawing/2014/main" id="{1DD391F0-525F-4CC7-9C7A-FB8484C5775A}"/>
                </a:ext>
              </a:extLst>
            </p:cNvPr>
            <p:cNvSpPr/>
            <p:nvPr/>
          </p:nvSpPr>
          <p:spPr>
            <a:xfrm rot="3600000">
              <a:off x="8793532" y="91840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2" name="Rectangle 999">
              <a:extLst>
                <a:ext uri="{FF2B5EF4-FFF2-40B4-BE49-F238E27FC236}">
                  <a16:creationId xmlns:a16="http://schemas.microsoft.com/office/drawing/2014/main" id="{F47A587D-1A0D-41C4-B0D3-3BAC63B4952A}"/>
                </a:ext>
              </a:extLst>
            </p:cNvPr>
            <p:cNvSpPr/>
            <p:nvPr/>
          </p:nvSpPr>
          <p:spPr>
            <a:xfrm rot="3600000">
              <a:off x="9293753" y="177436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Japan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日本国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930840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2B06C379-1BE1-4096-B7E3-C381E9D7E1BD}"/>
              </a:ext>
            </a:extLst>
          </p:cNvPr>
          <p:cNvSpPr/>
          <p:nvPr/>
        </p:nvSpPr>
        <p:spPr>
          <a:xfrm>
            <a:off x="-1" y="0"/>
            <a:ext cx="1219200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553687A-BCA5-42DB-870B-380BDE82B511}"/>
              </a:ext>
            </a:extLst>
          </p:cNvPr>
          <p:cNvSpPr/>
          <p:nvPr/>
        </p:nvSpPr>
        <p:spPr>
          <a:xfrm>
            <a:off x="4476000" y="1809000"/>
            <a:ext cx="3240000" cy="3240000"/>
          </a:xfrm>
          <a:prstGeom prst="ellipse">
            <a:avLst/>
          </a:prstGeom>
          <a:solidFill>
            <a:srgbClr val="BE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9" name="Freeform 1">
            <a:extLst>
              <a:ext uri="{FF2B5EF4-FFF2-40B4-BE49-F238E27FC236}">
                <a16:creationId xmlns:a16="http://schemas.microsoft.com/office/drawing/2014/main" id="{9084AF26-8A73-4DEA-AD91-8C4E98B0CE42}"/>
              </a:ext>
            </a:extLst>
          </p:cNvPr>
          <p:cNvSpPr/>
          <p:nvPr/>
        </p:nvSpPr>
        <p:spPr>
          <a:xfrm rot="18000000" flipV="1">
            <a:off x="4675463" y="2162556"/>
            <a:ext cx="2430000" cy="3240000"/>
          </a:xfrm>
          <a:custGeom>
            <a:avLst/>
            <a:gdLst>
              <a:gd name="connsiteX0" fmla="*/ 1800000 w 2700000"/>
              <a:gd name="connsiteY0" fmla="*/ 0 h 3600000"/>
              <a:gd name="connsiteX1" fmla="*/ 2700000 w 2700000"/>
              <a:gd name="connsiteY1" fmla="*/ 900000 h 3600000"/>
              <a:gd name="connsiteX2" fmla="*/ 1800000 w 2700000"/>
              <a:gd name="connsiteY2" fmla="*/ 1800000 h 3600000"/>
              <a:gd name="connsiteX3" fmla="*/ 900000 w 2700000"/>
              <a:gd name="connsiteY3" fmla="*/ 2700000 h 3600000"/>
              <a:gd name="connsiteX4" fmla="*/ 1800000 w 2700000"/>
              <a:gd name="connsiteY4" fmla="*/ 3600000 h 3600000"/>
              <a:gd name="connsiteX5" fmla="*/ 0 w 2700000"/>
              <a:gd name="connsiteY5" fmla="*/ 1800000 h 3600000"/>
              <a:gd name="connsiteX6" fmla="*/ 1800000 w 2700000"/>
              <a:gd name="connsiteY6" fmla="*/ 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0000" h="3600000">
                <a:moveTo>
                  <a:pt x="1800000" y="0"/>
                </a:moveTo>
                <a:cubicBezTo>
                  <a:pt x="2297056" y="0"/>
                  <a:pt x="2700000" y="402944"/>
                  <a:pt x="2700000" y="900000"/>
                </a:cubicBezTo>
                <a:cubicBezTo>
                  <a:pt x="2700000" y="1397056"/>
                  <a:pt x="2297056" y="1800000"/>
                  <a:pt x="1800000" y="1800000"/>
                </a:cubicBezTo>
                <a:cubicBezTo>
                  <a:pt x="1302944" y="1800000"/>
                  <a:pt x="900000" y="2202944"/>
                  <a:pt x="900000" y="2700000"/>
                </a:cubicBezTo>
                <a:cubicBezTo>
                  <a:pt x="900000" y="3197056"/>
                  <a:pt x="1302944" y="3600000"/>
                  <a:pt x="1800000" y="3600000"/>
                </a:cubicBezTo>
                <a:cubicBezTo>
                  <a:pt x="805887" y="3600000"/>
                  <a:pt x="0" y="2794113"/>
                  <a:pt x="0" y="1800000"/>
                </a:cubicBezTo>
                <a:cubicBezTo>
                  <a:pt x="0" y="805887"/>
                  <a:pt x="805887" y="0"/>
                  <a:pt x="1800000" y="0"/>
                </a:cubicBezTo>
                <a:close/>
              </a:path>
            </a:pathLst>
          </a:custGeom>
          <a:solidFill>
            <a:srgbClr val="003F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62" name="Group 1">
            <a:extLst>
              <a:ext uri="{FF2B5EF4-FFF2-40B4-BE49-F238E27FC236}">
                <a16:creationId xmlns:a16="http://schemas.microsoft.com/office/drawing/2014/main" id="{76E86DB9-D685-4D82-9A9A-E35983063C1B}"/>
              </a:ext>
            </a:extLst>
          </p:cNvPr>
          <p:cNvGrpSpPr/>
          <p:nvPr/>
        </p:nvGrpSpPr>
        <p:grpSpPr>
          <a:xfrm>
            <a:off x="2496468" y="604013"/>
            <a:ext cx="7337285" cy="5690007"/>
            <a:chOff x="2496468" y="604013"/>
            <a:chExt cx="7337285" cy="5690007"/>
          </a:xfrm>
        </p:grpSpPr>
        <p:sp>
          <p:nvSpPr>
            <p:cNvPr id="25" name="Rectangle 999">
              <a:extLst>
                <a:ext uri="{FF2B5EF4-FFF2-40B4-BE49-F238E27FC236}">
                  <a16:creationId xmlns:a16="http://schemas.microsoft.com/office/drawing/2014/main" id="{9789D02C-B935-46CE-835F-0C850F05CAEA}"/>
                </a:ext>
              </a:extLst>
            </p:cNvPr>
            <p:cNvSpPr/>
            <p:nvPr/>
          </p:nvSpPr>
          <p:spPr>
            <a:xfrm rot="-3600000">
              <a:off x="1740468" y="1360013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7" name="Rectangle 999">
              <a:extLst>
                <a:ext uri="{FF2B5EF4-FFF2-40B4-BE49-F238E27FC236}">
                  <a16:creationId xmlns:a16="http://schemas.microsoft.com/office/drawing/2014/main" id="{7BA4D6D5-1C0D-4482-9D4C-4B4F93A059A5}"/>
                </a:ext>
              </a:extLst>
            </p:cNvPr>
            <p:cNvSpPr/>
            <p:nvPr/>
          </p:nvSpPr>
          <p:spPr>
            <a:xfrm rot="18000000">
              <a:off x="2095497" y="1572905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9" name="Rectangle 999">
              <a:extLst>
                <a:ext uri="{FF2B5EF4-FFF2-40B4-BE49-F238E27FC236}">
                  <a16:creationId xmlns:a16="http://schemas.microsoft.com/office/drawing/2014/main" id="{7D725C5A-7205-4C2F-A11D-F342BC1E8185}"/>
                </a:ext>
              </a:extLst>
            </p:cNvPr>
            <p:cNvSpPr/>
            <p:nvPr/>
          </p:nvSpPr>
          <p:spPr>
            <a:xfrm rot="18000000">
              <a:off x="2435238" y="1776335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1" name="Rectangle 999">
              <a:extLst>
                <a:ext uri="{FF2B5EF4-FFF2-40B4-BE49-F238E27FC236}">
                  <a16:creationId xmlns:a16="http://schemas.microsoft.com/office/drawing/2014/main" id="{2FDEC61B-60AF-45C0-8D39-71E60070A492}"/>
                </a:ext>
              </a:extLst>
            </p:cNvPr>
            <p:cNvSpPr/>
            <p:nvPr/>
          </p:nvSpPr>
          <p:spPr>
            <a:xfrm rot="18000000">
              <a:off x="8084215" y="5285201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3" name="Rectangle 999">
              <a:extLst>
                <a:ext uri="{FF2B5EF4-FFF2-40B4-BE49-F238E27FC236}">
                  <a16:creationId xmlns:a16="http://schemas.microsoft.com/office/drawing/2014/main" id="{28B62AD3-84D4-4DD0-B016-ABA14FF176D0}"/>
                </a:ext>
              </a:extLst>
            </p:cNvPr>
            <p:cNvSpPr/>
            <p:nvPr/>
          </p:nvSpPr>
          <p:spPr>
            <a:xfrm rot="18000000">
              <a:off x="8582192" y="4413104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7" name="Rectangle 999">
              <a:extLst>
                <a:ext uri="{FF2B5EF4-FFF2-40B4-BE49-F238E27FC236}">
                  <a16:creationId xmlns:a16="http://schemas.microsoft.com/office/drawing/2014/main" id="{2A0227B2-CE92-431C-89E9-B36F2662A837}"/>
                </a:ext>
              </a:extLst>
            </p:cNvPr>
            <p:cNvSpPr/>
            <p:nvPr/>
          </p:nvSpPr>
          <p:spPr>
            <a:xfrm rot="18000000">
              <a:off x="8429059" y="5493872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9" name="Rectangle 999">
              <a:extLst>
                <a:ext uri="{FF2B5EF4-FFF2-40B4-BE49-F238E27FC236}">
                  <a16:creationId xmlns:a16="http://schemas.microsoft.com/office/drawing/2014/main" id="{A2BCBF0D-B64C-41A7-94FE-B49E4FE36752}"/>
                </a:ext>
              </a:extLst>
            </p:cNvPr>
            <p:cNvSpPr/>
            <p:nvPr/>
          </p:nvSpPr>
          <p:spPr>
            <a:xfrm rot="18000000">
              <a:off x="8929585" y="462177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1" name="Rectangle 999">
              <a:extLst>
                <a:ext uri="{FF2B5EF4-FFF2-40B4-BE49-F238E27FC236}">
                  <a16:creationId xmlns:a16="http://schemas.microsoft.com/office/drawing/2014/main" id="{3E42E5B9-863F-42F8-87DB-F527841089F7}"/>
                </a:ext>
              </a:extLst>
            </p:cNvPr>
            <p:cNvSpPr/>
            <p:nvPr/>
          </p:nvSpPr>
          <p:spPr>
            <a:xfrm rot="18000000">
              <a:off x="8778542" y="569097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3" name="Rectangle 999">
              <a:extLst>
                <a:ext uri="{FF2B5EF4-FFF2-40B4-BE49-F238E27FC236}">
                  <a16:creationId xmlns:a16="http://schemas.microsoft.com/office/drawing/2014/main" id="{4DE98C64-117F-472C-A0F9-BAFCBB8902E9}"/>
                </a:ext>
              </a:extLst>
            </p:cNvPr>
            <p:cNvSpPr/>
            <p:nvPr/>
          </p:nvSpPr>
          <p:spPr>
            <a:xfrm rot="18000000">
              <a:off x="9280779" y="482170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5" name="Rectangle 999">
              <a:extLst>
                <a:ext uri="{FF2B5EF4-FFF2-40B4-BE49-F238E27FC236}">
                  <a16:creationId xmlns:a16="http://schemas.microsoft.com/office/drawing/2014/main" id="{74BB4491-957F-4645-B973-3C777232F1AC}"/>
                </a:ext>
              </a:extLst>
            </p:cNvPr>
            <p:cNvSpPr/>
            <p:nvPr/>
          </p:nvSpPr>
          <p:spPr>
            <a:xfrm rot="3600000">
              <a:off x="1742674" y="5250020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7" name="Rectangle 999">
              <a:extLst>
                <a:ext uri="{FF2B5EF4-FFF2-40B4-BE49-F238E27FC236}">
                  <a16:creationId xmlns:a16="http://schemas.microsoft.com/office/drawing/2014/main" id="{6F50BE79-1718-4274-9036-F7A38395654C}"/>
                </a:ext>
              </a:extLst>
            </p:cNvPr>
            <p:cNvSpPr/>
            <p:nvPr/>
          </p:nvSpPr>
          <p:spPr>
            <a:xfrm rot="3600000">
              <a:off x="2347496" y="460065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9" name="Rectangle 999">
              <a:extLst>
                <a:ext uri="{FF2B5EF4-FFF2-40B4-BE49-F238E27FC236}">
                  <a16:creationId xmlns:a16="http://schemas.microsoft.com/office/drawing/2014/main" id="{8126B4A9-EC60-4FC4-9EB0-99B25D2433C2}"/>
                </a:ext>
              </a:extLst>
            </p:cNvPr>
            <p:cNvSpPr/>
            <p:nvPr/>
          </p:nvSpPr>
          <p:spPr>
            <a:xfrm rot="3600000">
              <a:off x="2849868" y="5469697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1" name="Rectangle 999">
              <a:extLst>
                <a:ext uri="{FF2B5EF4-FFF2-40B4-BE49-F238E27FC236}">
                  <a16:creationId xmlns:a16="http://schemas.microsoft.com/office/drawing/2014/main" id="{9EF61DDD-4D90-4A03-A15D-3D761E0D64B1}"/>
                </a:ext>
              </a:extLst>
            </p:cNvPr>
            <p:cNvSpPr/>
            <p:nvPr/>
          </p:nvSpPr>
          <p:spPr>
            <a:xfrm rot="3600000">
              <a:off x="2450317" y="4822538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3" name="Rectangle 999">
              <a:extLst>
                <a:ext uri="{FF2B5EF4-FFF2-40B4-BE49-F238E27FC236}">
                  <a16:creationId xmlns:a16="http://schemas.microsoft.com/office/drawing/2014/main" id="{9805B5EA-F8C7-4398-9A5C-4A352EC8B220}"/>
                </a:ext>
              </a:extLst>
            </p:cNvPr>
            <p:cNvSpPr/>
            <p:nvPr/>
          </p:nvSpPr>
          <p:spPr>
            <a:xfrm rot="3600000">
              <a:off x="8085985" y="133985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5" name="Rectangle 999">
              <a:extLst>
                <a:ext uri="{FF2B5EF4-FFF2-40B4-BE49-F238E27FC236}">
                  <a16:creationId xmlns:a16="http://schemas.microsoft.com/office/drawing/2014/main" id="{C032136B-9B80-45C3-83DA-B7785E24BAD4}"/>
                </a:ext>
              </a:extLst>
            </p:cNvPr>
            <p:cNvSpPr/>
            <p:nvPr/>
          </p:nvSpPr>
          <p:spPr>
            <a:xfrm rot="3600000">
              <a:off x="8583181" y="219128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7" name="Rectangle 999">
              <a:extLst>
                <a:ext uri="{FF2B5EF4-FFF2-40B4-BE49-F238E27FC236}">
                  <a16:creationId xmlns:a16="http://schemas.microsoft.com/office/drawing/2014/main" id="{2E052F78-73D1-4CA0-B9A6-1F65566972B7}"/>
                </a:ext>
              </a:extLst>
            </p:cNvPr>
            <p:cNvSpPr/>
            <p:nvPr/>
          </p:nvSpPr>
          <p:spPr>
            <a:xfrm rot="3600000">
              <a:off x="8185869" y="1554843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9" name="Rectangle 999">
              <a:extLst>
                <a:ext uri="{FF2B5EF4-FFF2-40B4-BE49-F238E27FC236}">
                  <a16:creationId xmlns:a16="http://schemas.microsoft.com/office/drawing/2014/main" id="{812DFD77-63CD-4F0C-8B91-29800E174D16}"/>
                </a:ext>
              </a:extLst>
            </p:cNvPr>
            <p:cNvSpPr/>
            <p:nvPr/>
          </p:nvSpPr>
          <p:spPr>
            <a:xfrm rot="3600000">
              <a:off x="8793532" y="91840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61" name="Rectangle 999">
              <a:extLst>
                <a:ext uri="{FF2B5EF4-FFF2-40B4-BE49-F238E27FC236}">
                  <a16:creationId xmlns:a16="http://schemas.microsoft.com/office/drawing/2014/main" id="{D6D1E671-7582-461D-8FFF-A109B5B4AEBD}"/>
                </a:ext>
              </a:extLst>
            </p:cNvPr>
            <p:cNvSpPr/>
            <p:nvPr/>
          </p:nvSpPr>
          <p:spPr>
            <a:xfrm rot="3600000">
              <a:off x="9293753" y="177436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Korea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大韩民国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734912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2B06C379-1BE1-4096-B7E3-C381E9D7E1BD}"/>
              </a:ext>
            </a:extLst>
          </p:cNvPr>
          <p:cNvSpPr/>
          <p:nvPr/>
        </p:nvSpPr>
        <p:spPr>
          <a:xfrm>
            <a:off x="-1" y="0"/>
            <a:ext cx="1219200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Next LT Pro" panose="020B05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BF899B-05C2-485E-B6C1-5A2E98FC1B9B}"/>
              </a:ext>
            </a:extLst>
          </p:cNvPr>
          <p:cNvGrpSpPr/>
          <p:nvPr/>
        </p:nvGrpSpPr>
        <p:grpSpPr>
          <a:xfrm>
            <a:off x="4270463" y="1809000"/>
            <a:ext cx="3445537" cy="3240000"/>
            <a:chOff x="4270463" y="1809000"/>
            <a:chExt cx="3445537" cy="32400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553687A-BCA5-42DB-870B-380BDE82B511}"/>
                </a:ext>
              </a:extLst>
            </p:cNvPr>
            <p:cNvSpPr/>
            <p:nvPr/>
          </p:nvSpPr>
          <p:spPr>
            <a:xfrm>
              <a:off x="4476000" y="1809000"/>
              <a:ext cx="3240000" cy="3240000"/>
            </a:xfrm>
            <a:prstGeom prst="ellipse">
              <a:avLst/>
            </a:prstGeom>
            <a:solidFill>
              <a:srgbClr val="BE00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Freeform 1">
              <a:extLst>
                <a:ext uri="{FF2B5EF4-FFF2-40B4-BE49-F238E27FC236}">
                  <a16:creationId xmlns:a16="http://schemas.microsoft.com/office/drawing/2014/main" id="{9084AF26-8A73-4DEA-AD91-8C4E98B0CE42}"/>
                </a:ext>
              </a:extLst>
            </p:cNvPr>
            <p:cNvSpPr/>
            <p:nvPr/>
          </p:nvSpPr>
          <p:spPr>
            <a:xfrm rot="18000000" flipV="1">
              <a:off x="4675463" y="2162556"/>
              <a:ext cx="2430000" cy="3240000"/>
            </a:xfrm>
            <a:custGeom>
              <a:avLst/>
              <a:gdLst>
                <a:gd name="connsiteX0" fmla="*/ 1800000 w 2700000"/>
                <a:gd name="connsiteY0" fmla="*/ 0 h 3600000"/>
                <a:gd name="connsiteX1" fmla="*/ 2700000 w 2700000"/>
                <a:gd name="connsiteY1" fmla="*/ 900000 h 3600000"/>
                <a:gd name="connsiteX2" fmla="*/ 1800000 w 2700000"/>
                <a:gd name="connsiteY2" fmla="*/ 1800000 h 3600000"/>
                <a:gd name="connsiteX3" fmla="*/ 900000 w 2700000"/>
                <a:gd name="connsiteY3" fmla="*/ 2700000 h 3600000"/>
                <a:gd name="connsiteX4" fmla="*/ 1800000 w 2700000"/>
                <a:gd name="connsiteY4" fmla="*/ 3600000 h 3600000"/>
                <a:gd name="connsiteX5" fmla="*/ 0 w 2700000"/>
                <a:gd name="connsiteY5" fmla="*/ 1800000 h 3600000"/>
                <a:gd name="connsiteX6" fmla="*/ 1800000 w 2700000"/>
                <a:gd name="connsiteY6" fmla="*/ 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0000" h="3600000">
                  <a:moveTo>
                    <a:pt x="1800000" y="0"/>
                  </a:moveTo>
                  <a:cubicBezTo>
                    <a:pt x="2297056" y="0"/>
                    <a:pt x="2700000" y="402944"/>
                    <a:pt x="2700000" y="900000"/>
                  </a:cubicBezTo>
                  <a:cubicBezTo>
                    <a:pt x="2700000" y="1397056"/>
                    <a:pt x="2297056" y="1800000"/>
                    <a:pt x="1800000" y="1800000"/>
                  </a:cubicBezTo>
                  <a:cubicBezTo>
                    <a:pt x="1302944" y="1800000"/>
                    <a:pt x="900000" y="2202944"/>
                    <a:pt x="900000" y="2700000"/>
                  </a:cubicBezTo>
                  <a:cubicBezTo>
                    <a:pt x="900000" y="3197056"/>
                    <a:pt x="1302944" y="3600000"/>
                    <a:pt x="1800000" y="3600000"/>
                  </a:cubicBezTo>
                  <a:cubicBezTo>
                    <a:pt x="805887" y="3600000"/>
                    <a:pt x="0" y="2794113"/>
                    <a:pt x="0" y="1800000"/>
                  </a:cubicBezTo>
                  <a:cubicBezTo>
                    <a:pt x="0" y="805887"/>
                    <a:pt x="805887" y="0"/>
                    <a:pt x="1800000" y="0"/>
                  </a:cubicBezTo>
                  <a:close/>
                </a:path>
              </a:pathLst>
            </a:custGeom>
            <a:solidFill>
              <a:srgbClr val="003F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62" name="Group 1">
            <a:extLst>
              <a:ext uri="{FF2B5EF4-FFF2-40B4-BE49-F238E27FC236}">
                <a16:creationId xmlns:a16="http://schemas.microsoft.com/office/drawing/2014/main" id="{76E86DB9-D685-4D82-9A9A-E35983063C1B}"/>
              </a:ext>
            </a:extLst>
          </p:cNvPr>
          <p:cNvGrpSpPr/>
          <p:nvPr/>
        </p:nvGrpSpPr>
        <p:grpSpPr>
          <a:xfrm>
            <a:off x="2496468" y="604013"/>
            <a:ext cx="7337285" cy="5690007"/>
            <a:chOff x="2496468" y="604013"/>
            <a:chExt cx="7337285" cy="5690007"/>
          </a:xfrm>
        </p:grpSpPr>
        <p:sp>
          <p:nvSpPr>
            <p:cNvPr id="25" name="Rectangle 999">
              <a:extLst>
                <a:ext uri="{FF2B5EF4-FFF2-40B4-BE49-F238E27FC236}">
                  <a16:creationId xmlns:a16="http://schemas.microsoft.com/office/drawing/2014/main" id="{9789D02C-B935-46CE-835F-0C850F05CAEA}"/>
                </a:ext>
              </a:extLst>
            </p:cNvPr>
            <p:cNvSpPr/>
            <p:nvPr/>
          </p:nvSpPr>
          <p:spPr>
            <a:xfrm rot="-3600000">
              <a:off x="1740468" y="1360013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7" name="Rectangle 999">
              <a:extLst>
                <a:ext uri="{FF2B5EF4-FFF2-40B4-BE49-F238E27FC236}">
                  <a16:creationId xmlns:a16="http://schemas.microsoft.com/office/drawing/2014/main" id="{7BA4D6D5-1C0D-4482-9D4C-4B4F93A059A5}"/>
                </a:ext>
              </a:extLst>
            </p:cNvPr>
            <p:cNvSpPr/>
            <p:nvPr/>
          </p:nvSpPr>
          <p:spPr>
            <a:xfrm rot="18000000">
              <a:off x="2095497" y="1572905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9" name="Rectangle 999">
              <a:extLst>
                <a:ext uri="{FF2B5EF4-FFF2-40B4-BE49-F238E27FC236}">
                  <a16:creationId xmlns:a16="http://schemas.microsoft.com/office/drawing/2014/main" id="{7D725C5A-7205-4C2F-A11D-F342BC1E8185}"/>
                </a:ext>
              </a:extLst>
            </p:cNvPr>
            <p:cNvSpPr/>
            <p:nvPr/>
          </p:nvSpPr>
          <p:spPr>
            <a:xfrm rot="18000000">
              <a:off x="2435238" y="1776335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1" name="Rectangle 999">
              <a:extLst>
                <a:ext uri="{FF2B5EF4-FFF2-40B4-BE49-F238E27FC236}">
                  <a16:creationId xmlns:a16="http://schemas.microsoft.com/office/drawing/2014/main" id="{2FDEC61B-60AF-45C0-8D39-71E60070A492}"/>
                </a:ext>
              </a:extLst>
            </p:cNvPr>
            <p:cNvSpPr/>
            <p:nvPr/>
          </p:nvSpPr>
          <p:spPr>
            <a:xfrm rot="18000000">
              <a:off x="8084215" y="5285201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3" name="Rectangle 999">
              <a:extLst>
                <a:ext uri="{FF2B5EF4-FFF2-40B4-BE49-F238E27FC236}">
                  <a16:creationId xmlns:a16="http://schemas.microsoft.com/office/drawing/2014/main" id="{28B62AD3-84D4-4DD0-B016-ABA14FF176D0}"/>
                </a:ext>
              </a:extLst>
            </p:cNvPr>
            <p:cNvSpPr/>
            <p:nvPr/>
          </p:nvSpPr>
          <p:spPr>
            <a:xfrm rot="18000000">
              <a:off x="8582192" y="4413104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7" name="Rectangle 999">
              <a:extLst>
                <a:ext uri="{FF2B5EF4-FFF2-40B4-BE49-F238E27FC236}">
                  <a16:creationId xmlns:a16="http://schemas.microsoft.com/office/drawing/2014/main" id="{2A0227B2-CE92-431C-89E9-B36F2662A837}"/>
                </a:ext>
              </a:extLst>
            </p:cNvPr>
            <p:cNvSpPr/>
            <p:nvPr/>
          </p:nvSpPr>
          <p:spPr>
            <a:xfrm rot="18000000">
              <a:off x="8429059" y="5493872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9" name="Rectangle 999">
              <a:extLst>
                <a:ext uri="{FF2B5EF4-FFF2-40B4-BE49-F238E27FC236}">
                  <a16:creationId xmlns:a16="http://schemas.microsoft.com/office/drawing/2014/main" id="{A2BCBF0D-B64C-41A7-94FE-B49E4FE36752}"/>
                </a:ext>
              </a:extLst>
            </p:cNvPr>
            <p:cNvSpPr/>
            <p:nvPr/>
          </p:nvSpPr>
          <p:spPr>
            <a:xfrm rot="18000000">
              <a:off x="8929585" y="462177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1" name="Rectangle 999">
              <a:extLst>
                <a:ext uri="{FF2B5EF4-FFF2-40B4-BE49-F238E27FC236}">
                  <a16:creationId xmlns:a16="http://schemas.microsoft.com/office/drawing/2014/main" id="{3E42E5B9-863F-42F8-87DB-F527841089F7}"/>
                </a:ext>
              </a:extLst>
            </p:cNvPr>
            <p:cNvSpPr/>
            <p:nvPr/>
          </p:nvSpPr>
          <p:spPr>
            <a:xfrm rot="18000000">
              <a:off x="8778542" y="569097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3" name="Rectangle 999">
              <a:extLst>
                <a:ext uri="{FF2B5EF4-FFF2-40B4-BE49-F238E27FC236}">
                  <a16:creationId xmlns:a16="http://schemas.microsoft.com/office/drawing/2014/main" id="{4DE98C64-117F-472C-A0F9-BAFCBB8902E9}"/>
                </a:ext>
              </a:extLst>
            </p:cNvPr>
            <p:cNvSpPr/>
            <p:nvPr/>
          </p:nvSpPr>
          <p:spPr>
            <a:xfrm rot="18000000">
              <a:off x="9280779" y="482170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5" name="Rectangle 999">
              <a:extLst>
                <a:ext uri="{FF2B5EF4-FFF2-40B4-BE49-F238E27FC236}">
                  <a16:creationId xmlns:a16="http://schemas.microsoft.com/office/drawing/2014/main" id="{74BB4491-957F-4645-B973-3C777232F1AC}"/>
                </a:ext>
              </a:extLst>
            </p:cNvPr>
            <p:cNvSpPr/>
            <p:nvPr/>
          </p:nvSpPr>
          <p:spPr>
            <a:xfrm rot="3600000">
              <a:off x="1742674" y="5250020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7" name="Rectangle 999">
              <a:extLst>
                <a:ext uri="{FF2B5EF4-FFF2-40B4-BE49-F238E27FC236}">
                  <a16:creationId xmlns:a16="http://schemas.microsoft.com/office/drawing/2014/main" id="{6F50BE79-1718-4274-9036-F7A38395654C}"/>
                </a:ext>
              </a:extLst>
            </p:cNvPr>
            <p:cNvSpPr/>
            <p:nvPr/>
          </p:nvSpPr>
          <p:spPr>
            <a:xfrm rot="3600000">
              <a:off x="2347496" y="460065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49" name="Rectangle 999">
              <a:extLst>
                <a:ext uri="{FF2B5EF4-FFF2-40B4-BE49-F238E27FC236}">
                  <a16:creationId xmlns:a16="http://schemas.microsoft.com/office/drawing/2014/main" id="{8126B4A9-EC60-4FC4-9EB0-99B25D2433C2}"/>
                </a:ext>
              </a:extLst>
            </p:cNvPr>
            <p:cNvSpPr/>
            <p:nvPr/>
          </p:nvSpPr>
          <p:spPr>
            <a:xfrm rot="3600000">
              <a:off x="2849868" y="5469697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1" name="Rectangle 999">
              <a:extLst>
                <a:ext uri="{FF2B5EF4-FFF2-40B4-BE49-F238E27FC236}">
                  <a16:creationId xmlns:a16="http://schemas.microsoft.com/office/drawing/2014/main" id="{9EF61DDD-4D90-4A03-A15D-3D761E0D64B1}"/>
                </a:ext>
              </a:extLst>
            </p:cNvPr>
            <p:cNvSpPr/>
            <p:nvPr/>
          </p:nvSpPr>
          <p:spPr>
            <a:xfrm rot="3600000">
              <a:off x="2450317" y="4822538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3" name="Rectangle 999">
              <a:extLst>
                <a:ext uri="{FF2B5EF4-FFF2-40B4-BE49-F238E27FC236}">
                  <a16:creationId xmlns:a16="http://schemas.microsoft.com/office/drawing/2014/main" id="{9805B5EA-F8C7-4398-9A5C-4A352EC8B220}"/>
                </a:ext>
              </a:extLst>
            </p:cNvPr>
            <p:cNvSpPr/>
            <p:nvPr/>
          </p:nvSpPr>
          <p:spPr>
            <a:xfrm rot="3600000">
              <a:off x="8085985" y="133985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5" name="Rectangle 999">
              <a:extLst>
                <a:ext uri="{FF2B5EF4-FFF2-40B4-BE49-F238E27FC236}">
                  <a16:creationId xmlns:a16="http://schemas.microsoft.com/office/drawing/2014/main" id="{C032136B-9B80-45C3-83DA-B7785E24BAD4}"/>
                </a:ext>
              </a:extLst>
            </p:cNvPr>
            <p:cNvSpPr/>
            <p:nvPr/>
          </p:nvSpPr>
          <p:spPr>
            <a:xfrm rot="3600000">
              <a:off x="8583181" y="219128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7" name="Rectangle 999">
              <a:extLst>
                <a:ext uri="{FF2B5EF4-FFF2-40B4-BE49-F238E27FC236}">
                  <a16:creationId xmlns:a16="http://schemas.microsoft.com/office/drawing/2014/main" id="{2E052F78-73D1-4CA0-B9A6-1F65566972B7}"/>
                </a:ext>
              </a:extLst>
            </p:cNvPr>
            <p:cNvSpPr/>
            <p:nvPr/>
          </p:nvSpPr>
          <p:spPr>
            <a:xfrm rot="3600000">
              <a:off x="8185869" y="1554843"/>
              <a:ext cx="1800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59" name="Rectangle 999">
              <a:extLst>
                <a:ext uri="{FF2B5EF4-FFF2-40B4-BE49-F238E27FC236}">
                  <a16:creationId xmlns:a16="http://schemas.microsoft.com/office/drawing/2014/main" id="{812DFD77-63CD-4F0C-8B91-29800E174D16}"/>
                </a:ext>
              </a:extLst>
            </p:cNvPr>
            <p:cNvSpPr/>
            <p:nvPr/>
          </p:nvSpPr>
          <p:spPr>
            <a:xfrm rot="3600000">
              <a:off x="8793532" y="918406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61" name="Rectangle 999">
              <a:extLst>
                <a:ext uri="{FF2B5EF4-FFF2-40B4-BE49-F238E27FC236}">
                  <a16:creationId xmlns:a16="http://schemas.microsoft.com/office/drawing/2014/main" id="{D6D1E671-7582-461D-8FFF-A109B5B4AEBD}"/>
                </a:ext>
              </a:extLst>
            </p:cNvPr>
            <p:cNvSpPr/>
            <p:nvPr/>
          </p:nvSpPr>
          <p:spPr>
            <a:xfrm rot="3600000">
              <a:off x="9293753" y="1774360"/>
              <a:ext cx="792000" cy="28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Republic of Korea</a:t>
            </a: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大韩民国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字幕黑体M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261888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">
            <a:extLst>
              <a:ext uri="{FF2B5EF4-FFF2-40B4-BE49-F238E27FC236}">
                <a16:creationId xmlns:a16="http://schemas.microsoft.com/office/drawing/2014/main" id="{F08AF39A-3EBF-4014-A522-E78530207BF3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4296000" y="2033114"/>
            <a:ext cx="3600000" cy="2791772"/>
            <a:chOff x="2496468" y="604013"/>
            <a:chExt cx="7337285" cy="5690007"/>
          </a:xfrm>
        </p:grpSpPr>
        <p:sp>
          <p:nvSpPr>
            <p:cNvPr id="13" name="Rectangle 999">
              <a:extLst>
                <a:ext uri="{FF2B5EF4-FFF2-40B4-BE49-F238E27FC236}">
                  <a16:creationId xmlns:a16="http://schemas.microsoft.com/office/drawing/2014/main" id="{9F7F7617-E7B9-4AAE-91EF-910F3AA6EA48}"/>
                </a:ext>
              </a:extLst>
            </p:cNvPr>
            <p:cNvSpPr/>
            <p:nvPr/>
          </p:nvSpPr>
          <p:spPr>
            <a:xfrm rot="-3600000">
              <a:off x="1740468" y="1360013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Rectangle 999">
              <a:extLst>
                <a:ext uri="{FF2B5EF4-FFF2-40B4-BE49-F238E27FC236}">
                  <a16:creationId xmlns:a16="http://schemas.microsoft.com/office/drawing/2014/main" id="{423697BB-4CBE-4748-9E69-DBD310D95F0A}"/>
                </a:ext>
              </a:extLst>
            </p:cNvPr>
            <p:cNvSpPr/>
            <p:nvPr/>
          </p:nvSpPr>
          <p:spPr>
            <a:xfrm rot="18000000">
              <a:off x="2095497" y="1572905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Rectangle 999">
              <a:extLst>
                <a:ext uri="{FF2B5EF4-FFF2-40B4-BE49-F238E27FC236}">
                  <a16:creationId xmlns:a16="http://schemas.microsoft.com/office/drawing/2014/main" id="{E7E56843-0006-40A1-B488-46D05779B75F}"/>
                </a:ext>
              </a:extLst>
            </p:cNvPr>
            <p:cNvSpPr/>
            <p:nvPr/>
          </p:nvSpPr>
          <p:spPr>
            <a:xfrm rot="18000000">
              <a:off x="2435238" y="1776335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7" name="Rectangle 999">
              <a:extLst>
                <a:ext uri="{FF2B5EF4-FFF2-40B4-BE49-F238E27FC236}">
                  <a16:creationId xmlns:a16="http://schemas.microsoft.com/office/drawing/2014/main" id="{6A6A436C-4BBD-483E-B8F7-DBE1340E2FF7}"/>
                </a:ext>
              </a:extLst>
            </p:cNvPr>
            <p:cNvSpPr/>
            <p:nvPr/>
          </p:nvSpPr>
          <p:spPr>
            <a:xfrm rot="18000000">
              <a:off x="8084215" y="5285201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Rectangle 999">
              <a:extLst>
                <a:ext uri="{FF2B5EF4-FFF2-40B4-BE49-F238E27FC236}">
                  <a16:creationId xmlns:a16="http://schemas.microsoft.com/office/drawing/2014/main" id="{BF85F9C9-B8EF-4A5D-BF04-989BC3C73796}"/>
                </a:ext>
              </a:extLst>
            </p:cNvPr>
            <p:cNvSpPr/>
            <p:nvPr/>
          </p:nvSpPr>
          <p:spPr>
            <a:xfrm rot="18000000">
              <a:off x="8582192" y="4413104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Rectangle 999">
              <a:extLst>
                <a:ext uri="{FF2B5EF4-FFF2-40B4-BE49-F238E27FC236}">
                  <a16:creationId xmlns:a16="http://schemas.microsoft.com/office/drawing/2014/main" id="{23D67C9D-D269-4F38-8D50-86A175822873}"/>
                </a:ext>
              </a:extLst>
            </p:cNvPr>
            <p:cNvSpPr/>
            <p:nvPr/>
          </p:nvSpPr>
          <p:spPr>
            <a:xfrm rot="18000000">
              <a:off x="8429059" y="5493872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Rectangle 999">
              <a:extLst>
                <a:ext uri="{FF2B5EF4-FFF2-40B4-BE49-F238E27FC236}">
                  <a16:creationId xmlns:a16="http://schemas.microsoft.com/office/drawing/2014/main" id="{0BC805C1-5308-4A3F-B3CC-55C24AE1B6DA}"/>
                </a:ext>
              </a:extLst>
            </p:cNvPr>
            <p:cNvSpPr/>
            <p:nvPr/>
          </p:nvSpPr>
          <p:spPr>
            <a:xfrm rot="18000000">
              <a:off x="8929585" y="462177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1" name="Rectangle 999">
              <a:extLst>
                <a:ext uri="{FF2B5EF4-FFF2-40B4-BE49-F238E27FC236}">
                  <a16:creationId xmlns:a16="http://schemas.microsoft.com/office/drawing/2014/main" id="{05E6DD92-46EA-42D7-A94F-16BB4CEA2AE8}"/>
                </a:ext>
              </a:extLst>
            </p:cNvPr>
            <p:cNvSpPr/>
            <p:nvPr/>
          </p:nvSpPr>
          <p:spPr>
            <a:xfrm rot="18000000">
              <a:off x="8778542" y="569097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Rectangle 999">
              <a:extLst>
                <a:ext uri="{FF2B5EF4-FFF2-40B4-BE49-F238E27FC236}">
                  <a16:creationId xmlns:a16="http://schemas.microsoft.com/office/drawing/2014/main" id="{E757EF9C-2209-409C-8D2F-194DF6BDC6F9}"/>
                </a:ext>
              </a:extLst>
            </p:cNvPr>
            <p:cNvSpPr/>
            <p:nvPr/>
          </p:nvSpPr>
          <p:spPr>
            <a:xfrm rot="18000000">
              <a:off x="9280779" y="482170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3" name="Rectangle 999">
              <a:extLst>
                <a:ext uri="{FF2B5EF4-FFF2-40B4-BE49-F238E27FC236}">
                  <a16:creationId xmlns:a16="http://schemas.microsoft.com/office/drawing/2014/main" id="{99A69139-851B-4C5B-AED9-A8CF4E2D4CE4}"/>
                </a:ext>
              </a:extLst>
            </p:cNvPr>
            <p:cNvSpPr/>
            <p:nvPr/>
          </p:nvSpPr>
          <p:spPr>
            <a:xfrm rot="3600000">
              <a:off x="1742674" y="5250020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4" name="Rectangle 999">
              <a:extLst>
                <a:ext uri="{FF2B5EF4-FFF2-40B4-BE49-F238E27FC236}">
                  <a16:creationId xmlns:a16="http://schemas.microsoft.com/office/drawing/2014/main" id="{243A84E2-4C57-484E-97F4-2148B98B6849}"/>
                </a:ext>
              </a:extLst>
            </p:cNvPr>
            <p:cNvSpPr/>
            <p:nvPr/>
          </p:nvSpPr>
          <p:spPr>
            <a:xfrm rot="3600000">
              <a:off x="2347496" y="460065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5" name="Rectangle 999">
              <a:extLst>
                <a:ext uri="{FF2B5EF4-FFF2-40B4-BE49-F238E27FC236}">
                  <a16:creationId xmlns:a16="http://schemas.microsoft.com/office/drawing/2014/main" id="{CC9DD813-2B80-449C-9C32-F70586F22A30}"/>
                </a:ext>
              </a:extLst>
            </p:cNvPr>
            <p:cNvSpPr/>
            <p:nvPr/>
          </p:nvSpPr>
          <p:spPr>
            <a:xfrm rot="3600000">
              <a:off x="2849868" y="5469697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6" name="Rectangle 999">
              <a:extLst>
                <a:ext uri="{FF2B5EF4-FFF2-40B4-BE49-F238E27FC236}">
                  <a16:creationId xmlns:a16="http://schemas.microsoft.com/office/drawing/2014/main" id="{7362923E-56F1-4B3A-BB12-769C775EE3C8}"/>
                </a:ext>
              </a:extLst>
            </p:cNvPr>
            <p:cNvSpPr/>
            <p:nvPr/>
          </p:nvSpPr>
          <p:spPr>
            <a:xfrm rot="3600000">
              <a:off x="2450317" y="4822538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7" name="Rectangle 999">
              <a:extLst>
                <a:ext uri="{FF2B5EF4-FFF2-40B4-BE49-F238E27FC236}">
                  <a16:creationId xmlns:a16="http://schemas.microsoft.com/office/drawing/2014/main" id="{1F67E818-0069-4DCA-AC7E-76943119305C}"/>
                </a:ext>
              </a:extLst>
            </p:cNvPr>
            <p:cNvSpPr/>
            <p:nvPr/>
          </p:nvSpPr>
          <p:spPr>
            <a:xfrm rot="3600000">
              <a:off x="8085985" y="133985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8" name="Rectangle 999">
              <a:extLst>
                <a:ext uri="{FF2B5EF4-FFF2-40B4-BE49-F238E27FC236}">
                  <a16:creationId xmlns:a16="http://schemas.microsoft.com/office/drawing/2014/main" id="{C9F18292-99A4-46F1-9562-4F3256CF4FB8}"/>
                </a:ext>
              </a:extLst>
            </p:cNvPr>
            <p:cNvSpPr/>
            <p:nvPr/>
          </p:nvSpPr>
          <p:spPr>
            <a:xfrm rot="3600000">
              <a:off x="8583181" y="219128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29" name="Rectangle 999">
              <a:extLst>
                <a:ext uri="{FF2B5EF4-FFF2-40B4-BE49-F238E27FC236}">
                  <a16:creationId xmlns:a16="http://schemas.microsoft.com/office/drawing/2014/main" id="{63FF0C5D-9E3B-469B-96CC-896A736C402D}"/>
                </a:ext>
              </a:extLst>
            </p:cNvPr>
            <p:cNvSpPr/>
            <p:nvPr/>
          </p:nvSpPr>
          <p:spPr>
            <a:xfrm rot="3600000">
              <a:off x="8185869" y="1554843"/>
              <a:ext cx="1800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0" name="Rectangle 999">
              <a:extLst>
                <a:ext uri="{FF2B5EF4-FFF2-40B4-BE49-F238E27FC236}">
                  <a16:creationId xmlns:a16="http://schemas.microsoft.com/office/drawing/2014/main" id="{31309FC0-D196-41C3-AB8F-FAAA723CD8C7}"/>
                </a:ext>
              </a:extLst>
            </p:cNvPr>
            <p:cNvSpPr/>
            <p:nvPr/>
          </p:nvSpPr>
          <p:spPr>
            <a:xfrm rot="3600000">
              <a:off x="8793532" y="918406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1" name="Rectangle 999">
              <a:extLst>
                <a:ext uri="{FF2B5EF4-FFF2-40B4-BE49-F238E27FC236}">
                  <a16:creationId xmlns:a16="http://schemas.microsoft.com/office/drawing/2014/main" id="{FA01BD69-775A-44D4-8FE8-2FDDC24FE0F3}"/>
                </a:ext>
              </a:extLst>
            </p:cNvPr>
            <p:cNvSpPr/>
            <p:nvPr/>
          </p:nvSpPr>
          <p:spPr>
            <a:xfrm rot="3600000">
              <a:off x="9293753" y="1774360"/>
              <a:ext cx="792000" cy="2880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" name="Group 2">
            <a:extLst>
              <a:ext uri="{FF2B5EF4-FFF2-40B4-BE49-F238E27FC236}">
                <a16:creationId xmlns:a16="http://schemas.microsoft.com/office/drawing/2014/main" id="{CB20E21D-6667-4923-B705-6E51AD43BB29}"/>
              </a:ext>
            </a:extLst>
          </p:cNvPr>
          <p:cNvGrpSpPr>
            <a:grpSpLocks noChangeAspect="1"/>
          </p:cNvGrpSpPr>
          <p:nvPr/>
        </p:nvGrpSpPr>
        <p:grpSpPr>
          <a:xfrm rot="-10740000">
            <a:off x="5713162" y="3069000"/>
            <a:ext cx="765676" cy="720000"/>
            <a:chOff x="4270463" y="1809000"/>
            <a:chExt cx="3445537" cy="32400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4C99A8E-DCE8-4AE9-9DA2-6C9F2FDB1329}"/>
                </a:ext>
              </a:extLst>
            </p:cNvPr>
            <p:cNvSpPr/>
            <p:nvPr/>
          </p:nvSpPr>
          <p:spPr>
            <a:xfrm>
              <a:off x="4476000" y="1809000"/>
              <a:ext cx="3240000" cy="3240000"/>
            </a:xfrm>
            <a:prstGeom prst="ellipse">
              <a:avLst/>
            </a:prstGeom>
            <a:solidFill>
              <a:srgbClr val="BE0026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  <p:sp>
          <p:nvSpPr>
            <p:cNvPr id="3" name="Freeform 1">
              <a:extLst>
                <a:ext uri="{FF2B5EF4-FFF2-40B4-BE49-F238E27FC236}">
                  <a16:creationId xmlns:a16="http://schemas.microsoft.com/office/drawing/2014/main" id="{03B5B3E3-0E3A-47AA-A7C9-6C68A18A8FA4}"/>
                </a:ext>
              </a:extLst>
            </p:cNvPr>
            <p:cNvSpPr/>
            <p:nvPr/>
          </p:nvSpPr>
          <p:spPr>
            <a:xfrm rot="18000000" flipV="1">
              <a:off x="4675463" y="2162556"/>
              <a:ext cx="2430000" cy="3240000"/>
            </a:xfrm>
            <a:custGeom>
              <a:avLst/>
              <a:gdLst>
                <a:gd name="connsiteX0" fmla="*/ 1800000 w 2700000"/>
                <a:gd name="connsiteY0" fmla="*/ 0 h 3600000"/>
                <a:gd name="connsiteX1" fmla="*/ 2700000 w 2700000"/>
                <a:gd name="connsiteY1" fmla="*/ 900000 h 3600000"/>
                <a:gd name="connsiteX2" fmla="*/ 1800000 w 2700000"/>
                <a:gd name="connsiteY2" fmla="*/ 1800000 h 3600000"/>
                <a:gd name="connsiteX3" fmla="*/ 900000 w 2700000"/>
                <a:gd name="connsiteY3" fmla="*/ 2700000 h 3600000"/>
                <a:gd name="connsiteX4" fmla="*/ 1800000 w 2700000"/>
                <a:gd name="connsiteY4" fmla="*/ 3600000 h 3600000"/>
                <a:gd name="connsiteX5" fmla="*/ 0 w 2700000"/>
                <a:gd name="connsiteY5" fmla="*/ 1800000 h 3600000"/>
                <a:gd name="connsiteX6" fmla="*/ 1800000 w 2700000"/>
                <a:gd name="connsiteY6" fmla="*/ 0 h 36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0000" h="3600000">
                  <a:moveTo>
                    <a:pt x="1800000" y="0"/>
                  </a:moveTo>
                  <a:cubicBezTo>
                    <a:pt x="2297056" y="0"/>
                    <a:pt x="2700000" y="402944"/>
                    <a:pt x="2700000" y="900000"/>
                  </a:cubicBezTo>
                  <a:cubicBezTo>
                    <a:pt x="2700000" y="1397056"/>
                    <a:pt x="2297056" y="1800000"/>
                    <a:pt x="1800000" y="1800000"/>
                  </a:cubicBezTo>
                  <a:cubicBezTo>
                    <a:pt x="1302944" y="1800000"/>
                    <a:pt x="900000" y="2202944"/>
                    <a:pt x="900000" y="2700000"/>
                  </a:cubicBezTo>
                  <a:cubicBezTo>
                    <a:pt x="900000" y="3197056"/>
                    <a:pt x="1302944" y="3600000"/>
                    <a:pt x="1800000" y="3600000"/>
                  </a:cubicBezTo>
                  <a:cubicBezTo>
                    <a:pt x="805887" y="3600000"/>
                    <a:pt x="0" y="2794113"/>
                    <a:pt x="0" y="1800000"/>
                  </a:cubicBezTo>
                  <a:cubicBezTo>
                    <a:pt x="0" y="805887"/>
                    <a:pt x="805887" y="0"/>
                    <a:pt x="1800000" y="0"/>
                  </a:cubicBezTo>
                  <a:close/>
                </a:path>
              </a:pathLst>
            </a:custGeom>
            <a:solidFill>
              <a:srgbClr val="003F86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606004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Word"/>
      </p:transition>
    </mc:Choice>
    <mc:Fallback xmlns="">
      <p:transition spd="slow" advClick="0" advTm="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ock Arc 1">
            <a:extLst>
              <a:ext uri="{FF2B5EF4-FFF2-40B4-BE49-F238E27FC236}">
                <a16:creationId xmlns:a16="http://schemas.microsoft.com/office/drawing/2014/main" id="{DC3E6038-B7D6-4544-B756-2184C9D13970}"/>
              </a:ext>
            </a:extLst>
          </p:cNvPr>
          <p:cNvSpPr/>
          <p:nvPr/>
        </p:nvSpPr>
        <p:spPr>
          <a:xfrm rot="15807552">
            <a:off x="2016000" y="1440000"/>
            <a:ext cx="2520000" cy="2520000"/>
          </a:xfrm>
          <a:prstGeom prst="blockArc">
            <a:avLst>
              <a:gd name="adj1" fmla="val 10800000"/>
              <a:gd name="adj2" fmla="val 9515583"/>
              <a:gd name="adj3" fmla="val 9876"/>
            </a:avLst>
          </a:prstGeom>
          <a:solidFill>
            <a:srgbClr val="0085C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" name="Block Arc 2">
            <a:extLst>
              <a:ext uri="{FF2B5EF4-FFF2-40B4-BE49-F238E27FC236}">
                <a16:creationId xmlns:a16="http://schemas.microsoft.com/office/drawing/2014/main" id="{EA162114-21D2-4410-A334-40EA5808F329}"/>
              </a:ext>
            </a:extLst>
          </p:cNvPr>
          <p:cNvSpPr/>
          <p:nvPr/>
        </p:nvSpPr>
        <p:spPr>
          <a:xfrm rot="5009999">
            <a:off x="3426000" y="2700000"/>
            <a:ext cx="2520000" cy="2520000"/>
          </a:xfrm>
          <a:prstGeom prst="blockArc">
            <a:avLst>
              <a:gd name="adj1" fmla="val 10800000"/>
              <a:gd name="adj2" fmla="val 9515583"/>
              <a:gd name="adj3" fmla="val 9876"/>
            </a:avLst>
          </a:prstGeom>
          <a:solidFill>
            <a:srgbClr val="F3C3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8" name="Block Arc 3">
            <a:extLst>
              <a:ext uri="{FF2B5EF4-FFF2-40B4-BE49-F238E27FC236}">
                <a16:creationId xmlns:a16="http://schemas.microsoft.com/office/drawing/2014/main" id="{182D620F-87B3-46F1-AD7F-4B0BC7177963}"/>
              </a:ext>
            </a:extLst>
          </p:cNvPr>
          <p:cNvSpPr/>
          <p:nvPr/>
        </p:nvSpPr>
        <p:spPr>
          <a:xfrm>
            <a:off x="4836000" y="1440641"/>
            <a:ext cx="2520000" cy="2520000"/>
          </a:xfrm>
          <a:prstGeom prst="blockArc">
            <a:avLst>
              <a:gd name="adj1" fmla="val 10800000"/>
              <a:gd name="adj2" fmla="val 9515583"/>
              <a:gd name="adj3" fmla="val 9876"/>
            </a:avLst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5" name="Block Arc 4">
            <a:extLst>
              <a:ext uri="{FF2B5EF4-FFF2-40B4-BE49-F238E27FC236}">
                <a16:creationId xmlns:a16="http://schemas.microsoft.com/office/drawing/2014/main" id="{63C9084D-D3B6-41B7-81C5-183DA3B752D7}"/>
              </a:ext>
            </a:extLst>
          </p:cNvPr>
          <p:cNvSpPr/>
          <p:nvPr/>
        </p:nvSpPr>
        <p:spPr>
          <a:xfrm rot="5040594">
            <a:off x="6246000" y="2700000"/>
            <a:ext cx="2520000" cy="2520000"/>
          </a:xfrm>
          <a:prstGeom prst="blockArc">
            <a:avLst>
              <a:gd name="adj1" fmla="val 10800000"/>
              <a:gd name="adj2" fmla="val 9515583"/>
              <a:gd name="adj3" fmla="val 9876"/>
            </a:avLst>
          </a:prstGeom>
          <a:solidFill>
            <a:srgbClr val="009F3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7" name="Block Arc 5">
            <a:extLst>
              <a:ext uri="{FF2B5EF4-FFF2-40B4-BE49-F238E27FC236}">
                <a16:creationId xmlns:a16="http://schemas.microsoft.com/office/drawing/2014/main" id="{D24E5F75-641F-4EBB-9627-B3E4CF3C013F}"/>
              </a:ext>
            </a:extLst>
          </p:cNvPr>
          <p:cNvSpPr/>
          <p:nvPr/>
        </p:nvSpPr>
        <p:spPr>
          <a:xfrm>
            <a:off x="7656000" y="1440000"/>
            <a:ext cx="2520000" cy="2520000"/>
          </a:xfrm>
          <a:prstGeom prst="blockArc">
            <a:avLst>
              <a:gd name="adj1" fmla="val 10800000"/>
              <a:gd name="adj2" fmla="val 9515583"/>
              <a:gd name="adj3" fmla="val 9876"/>
            </a:avLst>
          </a:prstGeom>
          <a:solidFill>
            <a:srgbClr val="E0002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2400" i="0" u="none" strike="noStrike" kern="1200" cap="none" spc="0" normalizeH="0" baseline="0" noProof="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uLnTx/>
                <a:uFillTx/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International Olympic Committee</a:t>
            </a:r>
            <a:endParaRPr lang="en-US" altLang="zh-CN" sz="240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latin typeface="Avenir Next LT Pro" panose="020B0504020202020204" pitchFamily="34" charset="0"/>
              <a:ea typeface="DFPHeiMedium-B5" panose="020B0500000000000000" pitchFamily="34" charset="-122"/>
              <a:cs typeface="方正韵动粗黑_GBK" panose="02000000000000000000" pitchFamily="2" charset="-122"/>
            </a:endParaRP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国际奥林匹克委员会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Avenir Next LT Pro" panose="020B0504020202020204" pitchFamily="34" charset="0"/>
              <a:ea typeface="DFPHeiMedium-B5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90057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35" grpId="0" animBg="1"/>
      <p:bldP spid="37" grpId="0" animBg="1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CountryName">
            <a:extLst>
              <a:ext uri="{FF2B5EF4-FFF2-40B4-BE49-F238E27FC236}">
                <a16:creationId xmlns:a16="http://schemas.microsoft.com/office/drawing/2014/main" id="{DE546F52-4D1A-4BEE-B02A-D94CA1C9EEF4}"/>
              </a:ext>
            </a:extLst>
          </p:cNvPr>
          <p:cNvSpPr txBox="1"/>
          <p:nvPr/>
        </p:nvSpPr>
        <p:spPr>
          <a:xfrm>
            <a:off x="696000" y="-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zh-CN" sz="2400" i="0" u="none" strike="noStrike" kern="1200" cap="none" spc="0" normalizeH="0" baseline="0" noProof="0" dirty="0">
                <a:ln w="6350">
                  <a:noFill/>
                </a:ln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uLnTx/>
                <a:uFillTx/>
                <a:latin typeface="Avenir Next LT Pro" panose="020B0504020202020204" pitchFamily="34" charset="0"/>
                <a:ea typeface="DFPHeiMedium-B5" panose="020B0500000000000000" pitchFamily="34" charset="-122"/>
                <a:cs typeface="方正韵动粗黑_GBK" panose="02000000000000000000" pitchFamily="2" charset="-122"/>
              </a:rPr>
              <a:t>THE END</a:t>
            </a:r>
            <a:endParaRPr lang="en-US" altLang="zh-CN" sz="240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latin typeface="Avenir Next LT Pro" panose="020B0504020202020204" pitchFamily="34" charset="0"/>
              <a:ea typeface="DFPHeiMedium-B5" panose="020B0500000000000000" pitchFamily="34" charset="-122"/>
              <a:cs typeface="方正韵动粗黑_GBK" panose="02000000000000000000" pitchFamily="2" charset="-122"/>
            </a:endParaRPr>
          </a:p>
          <a:p>
            <a:pPr lvl="0" algn="ctr">
              <a:defRPr/>
            </a:pPr>
            <a:r>
              <a:rPr lang="zh-CN" altLang="en-US" sz="2400" dirty="0">
                <a:solidFill>
                  <a:schemeClr val="bg1"/>
                </a:solidFill>
                <a:effectLst>
                  <a:outerShdw blurRad="63500" dist="12700" dir="2700000" algn="ctr" rotWithShape="0">
                    <a:schemeClr val="tx1"/>
                  </a:outerShdw>
                </a:effectLst>
                <a:latin typeface="DFPHeiMedium-B5" panose="020B0500000000000000" pitchFamily="34" charset="-122"/>
                <a:ea typeface="DFPHeiMedium-B5" panose="020B0500000000000000" pitchFamily="34" charset="-122"/>
                <a:cs typeface="字幕黑体M" panose="020B0500000000000000" pitchFamily="34" charset="-122"/>
              </a:rPr>
              <a:t>终</a:t>
            </a:r>
            <a:endParaRPr kumimoji="0" lang="en-US" altLang="zh-CN" sz="2400" i="0" u="none" strike="noStrike" kern="1200" cap="none" spc="0" normalizeH="0" baseline="0" noProof="0" dirty="0">
              <a:ln w="6350">
                <a:noFill/>
              </a:ln>
              <a:solidFill>
                <a:schemeClr val="bg1"/>
              </a:solidFill>
              <a:effectLst>
                <a:outerShdw blurRad="63500" dist="12700" dir="2700000" algn="ctr" rotWithShape="0">
                  <a:schemeClr val="tx1"/>
                </a:outerShdw>
              </a:effectLst>
              <a:uLnTx/>
              <a:uFillTx/>
              <a:latin typeface="Avenir Next LT Pro" panose="020B0504020202020204" pitchFamily="34" charset="0"/>
              <a:ea typeface="DFPHeiMedium-B5" panose="020B05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E67F8EE-9F64-4621-B502-0526A6C72BE0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5C1EB01-3D68-4F21-8EC3-BA3DEA8A6A88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12" name="文本框 11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30F6C8D6-1C1D-458E-B566-ADF2B1668625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9390C-BA28-4E01-AD04-E3E9C15A38A0}"/>
              </a:ext>
            </a:extLst>
          </p:cNvPr>
          <p:cNvSpPr txBox="1"/>
          <p:nvPr/>
        </p:nvSpPr>
        <p:spPr>
          <a:xfrm>
            <a:off x="0" y="6610665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1531317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Word"/>
      </p:transition>
    </mc:Choice>
    <mc:Fallback xmlns="">
      <p:transition spd="slow" advClick="0" advTm="1000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0AC59BA-CC71-44FA-8BC7-73F0330D8A9F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4F38BAC-ACBC-489F-9984-3053A08C14B7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 dirty="0">
                <a:latin typeface="HiraginoKaku-Mono W3" panose="020B0409000000000000" pitchFamily="49" charset="-128"/>
                <a:ea typeface="HiraginoKaku-Mono W3" panose="020B0409000000000000" pitchFamily="49" charset="-128"/>
              </a:endParaRPr>
            </a:p>
          </p:txBody>
        </p:sp>
        <p:sp>
          <p:nvSpPr>
            <p:cNvPr id="15" name="文本框 14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97A66595-2F70-4E13-B7F2-B3A67848FB97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lang="zh-CN" altLang="en-US" sz="1100" dirty="0">
                <a:solidFill>
                  <a:schemeClr val="bg1"/>
                </a:solidFill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63CF3CC4-92EF-4FBC-A9D8-96599287878D}"/>
              </a:ext>
            </a:extLst>
          </p:cNvPr>
          <p:cNvSpPr txBox="1"/>
          <p:nvPr/>
        </p:nvSpPr>
        <p:spPr>
          <a:xfrm>
            <a:off x="0" y="6611779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sz="1000" dirty="0">
                <a:solidFill>
                  <a:schemeClr val="bg1">
                    <a:alpha val="30000"/>
                  </a:schemeClr>
                </a:solidFill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TM &amp; (C) 2015-2020 SAM TOKI STUDIO.</a:t>
            </a:r>
          </a:p>
        </p:txBody>
      </p:sp>
    </p:spTree>
    <p:extLst>
      <p:ext uri="{BB962C8B-B14F-4D97-AF65-F5344CB8AC3E}">
        <p14:creationId xmlns:p14="http://schemas.microsoft.com/office/powerpoint/2010/main" val="3018789947"/>
      </p:ext>
    </p:extLst>
  </p:cSld>
  <p:clrMapOvr>
    <a:masterClrMapping/>
  </p:clrMapOvr>
  <p:transition advClick="0" advTm="10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A3C24A-3D2E-44A0-964F-16362563F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7620000"/>
          </a:xfrm>
          <a:prstGeom prst="rect">
            <a:avLst/>
          </a:prstGeom>
          <a:solidFill>
            <a:srgbClr val="7030A0"/>
          </a:solidFill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0551CDD-0D0C-4B0B-BC62-1519C823FA72}"/>
              </a:ext>
            </a:extLst>
          </p:cNvPr>
          <p:cNvSpPr/>
          <p:nvPr/>
        </p:nvSpPr>
        <p:spPr>
          <a:xfrm>
            <a:off x="815021" y="2057591"/>
            <a:ext cx="5400000" cy="3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dist="38100" dir="2700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iraginoKaku-Mono W3" panose="020B0409000000000000" pitchFamily="49" charset="-128"/>
              <a:ea typeface="HiraginoKaku-Mono W3" panose="020B0409000000000000" pitchFamily="49" charset="-128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9F6053-5796-4CBC-A810-234FBBB2E79A}"/>
              </a:ext>
            </a:extLst>
          </p:cNvPr>
          <p:cNvSpPr txBox="1"/>
          <p:nvPr/>
        </p:nvSpPr>
        <p:spPr>
          <a:xfrm>
            <a:off x="1166918" y="1463414"/>
            <a:ext cx="11699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Ｔ Ｋ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AFFD39-E06C-4EFA-92B5-83D9B2AA0921}"/>
              </a:ext>
            </a:extLst>
          </p:cNvPr>
          <p:cNvSpPr txBox="1"/>
          <p:nvPr/>
        </p:nvSpPr>
        <p:spPr>
          <a:xfrm>
            <a:off x="2184453" y="1463414"/>
            <a:ext cx="11699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映 画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859F5B-9E8E-441F-B9B6-FE5797425A70}"/>
              </a:ext>
            </a:extLst>
          </p:cNvPr>
          <p:cNvSpPr txBox="1"/>
          <p:nvPr/>
        </p:nvSpPr>
        <p:spPr>
          <a:xfrm>
            <a:off x="3134115" y="1463414"/>
            <a:ext cx="1807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工 作 室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610EAE-17C5-42BA-AA2F-A523280713FD}"/>
              </a:ext>
            </a:extLst>
          </p:cNvPr>
          <p:cNvSpPr txBox="1"/>
          <p:nvPr/>
        </p:nvSpPr>
        <p:spPr>
          <a:xfrm>
            <a:off x="4770964" y="1463413"/>
            <a:ext cx="541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作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CD2B7D-8722-4FFC-8149-2E817C59B5AD}"/>
              </a:ext>
            </a:extLst>
          </p:cNvPr>
          <p:cNvSpPr txBox="1"/>
          <p:nvPr/>
        </p:nvSpPr>
        <p:spPr>
          <a:xfrm>
            <a:off x="5266572" y="1463413"/>
            <a:ext cx="541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品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E92242-4913-4FB7-B9A4-F8BCD11279EA}"/>
              </a:ext>
            </a:extLst>
          </p:cNvPr>
          <p:cNvSpPr txBox="1"/>
          <p:nvPr/>
        </p:nvSpPr>
        <p:spPr>
          <a:xfrm>
            <a:off x="1260000" y="2151286"/>
            <a:ext cx="108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SAM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D108E6-658D-479D-81E6-D13145EF34D7}"/>
              </a:ext>
            </a:extLst>
          </p:cNvPr>
          <p:cNvSpPr txBox="1"/>
          <p:nvPr/>
        </p:nvSpPr>
        <p:spPr>
          <a:xfrm>
            <a:off x="2232000" y="2151286"/>
            <a:ext cx="108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TOKI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1DA63D-7DF2-4031-B4F0-9ADB7A79892D}"/>
              </a:ext>
            </a:extLst>
          </p:cNvPr>
          <p:cNvSpPr txBox="1"/>
          <p:nvPr/>
        </p:nvSpPr>
        <p:spPr>
          <a:xfrm>
            <a:off x="3240000" y="2151286"/>
            <a:ext cx="108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FILM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786DD1-A70C-45A4-B574-C43931A8AA18}"/>
              </a:ext>
            </a:extLst>
          </p:cNvPr>
          <p:cNvSpPr txBox="1"/>
          <p:nvPr/>
        </p:nvSpPr>
        <p:spPr>
          <a:xfrm>
            <a:off x="4176000" y="2154599"/>
            <a:ext cx="1620000" cy="43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STUDIO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27AD8FE-0BC0-455F-B555-F6648433F8FB}"/>
              </a:ext>
            </a:extLst>
          </p:cNvPr>
          <p:cNvSpPr txBox="1"/>
          <p:nvPr/>
        </p:nvSpPr>
        <p:spPr>
          <a:xfrm>
            <a:off x="0" y="6611779"/>
            <a:ext cx="4492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  |  Music by MONACA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3A5D8E0-C026-4409-84D8-98D4795EAF0A}"/>
              </a:ext>
            </a:extLst>
          </p:cNvPr>
          <p:cNvSpPr txBox="1"/>
          <p:nvPr/>
        </p:nvSpPr>
        <p:spPr>
          <a:xfrm>
            <a:off x="1335940" y="1210474"/>
            <a:ext cx="84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GD-HighwayGothicJA-OTF" panose="02000600000000000000" pitchFamily="50" charset="-128"/>
                <a:ea typeface="GD-HighwayGothicJA-OTF" panose="02000600000000000000" pitchFamily="50" charset="-128"/>
                <a:cs typeface="XHei Square" panose="02010600030101010101" pitchFamily="2" charset="-122"/>
              </a:rPr>
              <a:t>トキ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GD-HighwayGothicJA-OTF" panose="02000600000000000000" pitchFamily="50" charset="-128"/>
              <a:ea typeface="GD-HighwayGothicJA-OTF" panose="02000600000000000000" pitchFamily="50" charset="-128"/>
              <a:cs typeface="XHei Square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433F787-ABF1-4591-9159-1F91A4208246}"/>
              </a:ext>
            </a:extLst>
          </p:cNvPr>
          <p:cNvSpPr txBox="1"/>
          <p:nvPr/>
        </p:nvSpPr>
        <p:spPr>
          <a:xfrm>
            <a:off x="2249149" y="1210474"/>
            <a:ext cx="93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GD-HighwayGothicJA-OTF" panose="02000600000000000000" pitchFamily="50" charset="-128"/>
                <a:ea typeface="GD-HighwayGothicJA-OTF" panose="02000600000000000000" pitchFamily="50" charset="-128"/>
                <a:cs typeface="XHei Square" panose="02010600030101010101" pitchFamily="2" charset="-122"/>
              </a:rPr>
              <a:t>えい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GD-HighwayGothicJA-OTF" panose="02000600000000000000" pitchFamily="50" charset="-128"/>
                <a:ea typeface="GD-HighwayGothicJA-OTF" panose="02000600000000000000" pitchFamily="50" charset="-128"/>
                <a:cs typeface="XHei Square" panose="02010600030101010101" pitchFamily="2" charset="-122"/>
              </a:rPr>
              <a:t>  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GD-HighwayGothicJA-OTF" panose="02000600000000000000" pitchFamily="50" charset="-128"/>
                <a:ea typeface="GD-HighwayGothicJA-OTF" panose="02000600000000000000" pitchFamily="50" charset="-128"/>
                <a:cs typeface="XHei Square" panose="02010600030101010101" pitchFamily="2" charset="-122"/>
              </a:rPr>
              <a:t>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GD-HighwayGothicJA-OTF" panose="02000600000000000000" pitchFamily="50" charset="-128"/>
              <a:ea typeface="GD-HighwayGothicJA-OTF" panose="02000600000000000000" pitchFamily="50" charset="-128"/>
              <a:cs typeface="XHei Square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ECD697-AADA-415D-AF52-C99DA33B667D}"/>
              </a:ext>
            </a:extLst>
          </p:cNvPr>
          <p:cNvSpPr txBox="1"/>
          <p:nvPr/>
        </p:nvSpPr>
        <p:spPr>
          <a:xfrm>
            <a:off x="3494368" y="1210474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GD-HighwayGothicJA-OTF" panose="02000600000000000000" pitchFamily="50" charset="-128"/>
                <a:ea typeface="GD-HighwayGothicJA-OTF" panose="02000600000000000000" pitchFamily="50" charset="-128"/>
                <a:cs typeface="XHei Square" panose="02010600030101010101" pitchFamily="2" charset="-122"/>
              </a:rPr>
              <a:t>スタジオ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GD-HighwayGothicJA-OTF" panose="02000600000000000000" pitchFamily="50" charset="-128"/>
              <a:ea typeface="GD-HighwayGothicJA-OTF" panose="02000600000000000000" pitchFamily="50" charset="-128"/>
              <a:cs typeface="XHei Square" panose="0201060003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770C493-2A87-44E5-9047-4F17F919200B}"/>
              </a:ext>
            </a:extLst>
          </p:cNvPr>
          <p:cNvSpPr txBox="1"/>
          <p:nvPr/>
        </p:nvSpPr>
        <p:spPr>
          <a:xfrm>
            <a:off x="4779092" y="1210473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GD-HighwayGothicJA-OTF" panose="02000600000000000000" pitchFamily="50" charset="-128"/>
                <a:ea typeface="GD-HighwayGothicJA-OTF" panose="02000600000000000000" pitchFamily="50" charset="-128"/>
                <a:cs typeface="XHei Square" panose="02010600030101010101" pitchFamily="2" charset="-122"/>
              </a:rPr>
              <a:t>さく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GD-HighwayGothicJA-OTF" panose="02000600000000000000" pitchFamily="50" charset="-128"/>
              <a:ea typeface="GD-HighwayGothicJA-OTF" panose="02000600000000000000" pitchFamily="50" charset="-128"/>
              <a:cs typeface="XHei Square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0F8E096-DC68-475F-9400-67DF37520E62}"/>
              </a:ext>
            </a:extLst>
          </p:cNvPr>
          <p:cNvSpPr txBox="1"/>
          <p:nvPr/>
        </p:nvSpPr>
        <p:spPr>
          <a:xfrm>
            <a:off x="5270642" y="1210473"/>
            <a:ext cx="5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63500" dir="2700000" algn="t" rotWithShape="0">
                    <a:prstClr val="black"/>
                  </a:outerShdw>
                </a:effectLst>
                <a:uLnTx/>
                <a:uFillTx/>
                <a:latin typeface="GD-HighwayGothicJA-OTF" panose="02000600000000000000" pitchFamily="50" charset="-128"/>
                <a:ea typeface="GD-HighwayGothicJA-OTF" panose="02000600000000000000" pitchFamily="50" charset="-128"/>
                <a:cs typeface="XHei Square" panose="02010600030101010101" pitchFamily="2" charset="-122"/>
              </a:rPr>
              <a:t>ひん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dist="63500" dir="2700000" algn="t" rotWithShape="0">
                  <a:prstClr val="black"/>
                </a:outerShdw>
              </a:effectLst>
              <a:uLnTx/>
              <a:uFillTx/>
              <a:latin typeface="GD-HighwayGothicJA-OTF" panose="02000600000000000000" pitchFamily="50" charset="-128"/>
              <a:ea typeface="GD-HighwayGothicJA-OTF" panose="02000600000000000000" pitchFamily="50" charset="-128"/>
              <a:cs typeface="XHei Square" panose="02010600030101010101" pitchFamily="2" charset="-122"/>
            </a:endParaRPr>
          </a:p>
        </p:txBody>
      </p:sp>
      <p:pic>
        <p:nvPicPr>
          <p:cNvPr id="3" name="Sound Effect from HaiyoreNyarukosanW [B]">
            <a:hlinkClick r:id="" action="ppaction://media"/>
            <a:extLst>
              <a:ext uri="{FF2B5EF4-FFF2-40B4-BE49-F238E27FC236}">
                <a16:creationId xmlns:a16="http://schemas.microsoft.com/office/drawing/2014/main" id="{3799F3D9-7C64-4E6B-8CAA-A18533E9E8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" y="0"/>
            <a:ext cx="492125" cy="492125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B5189861-45C4-4552-A68D-A70E91783F91}"/>
              </a:ext>
            </a:extLst>
          </p:cNvPr>
          <p:cNvGrpSpPr/>
          <p:nvPr/>
        </p:nvGrpSpPr>
        <p:grpSpPr>
          <a:xfrm>
            <a:off x="11879178" y="55686"/>
            <a:ext cx="252663" cy="261610"/>
            <a:chOff x="11879176" y="55685"/>
            <a:chExt cx="252663" cy="261610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AF2F3AC5-800A-4406-B380-F71402A88F86}"/>
                </a:ext>
              </a:extLst>
            </p:cNvPr>
            <p:cNvSpPr/>
            <p:nvPr/>
          </p:nvSpPr>
          <p:spPr>
            <a:xfrm>
              <a:off x="11879176" y="60159"/>
              <a:ext cx="252663" cy="252663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iraginoKaku-Mono W3" panose="020B0409000000000000" pitchFamily="49" charset="-128"/>
                <a:ea typeface="HiraginoKaku-Mono W3" panose="020B0409000000000000" pitchFamily="49" charset="-128"/>
                <a:cs typeface="+mn-cs"/>
              </a:endParaRPr>
            </a:p>
          </p:txBody>
        </p:sp>
        <p:sp>
          <p:nvSpPr>
            <p:cNvPr id="41" name="文本框 40">
              <a:hlinkClick r:id="" action="ppaction://hlinkshowjump?jump=lastslide" tooltip="EXIT SLIDESHOW"/>
              <a:extLst>
                <a:ext uri="{FF2B5EF4-FFF2-40B4-BE49-F238E27FC236}">
                  <a16:creationId xmlns:a16="http://schemas.microsoft.com/office/drawing/2014/main" id="{BF45E859-D549-4985-B0EF-EBA79788AF20}"/>
                </a:ext>
              </a:extLst>
            </p:cNvPr>
            <p:cNvSpPr txBox="1"/>
            <p:nvPr/>
          </p:nvSpPr>
          <p:spPr>
            <a:xfrm>
              <a:off x="11879176" y="55685"/>
              <a:ext cx="2526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×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</p:grpSp>
      <p:sp>
        <p:nvSpPr>
          <p:cNvPr id="32" name="文本框 STS旗下工作室">
            <a:extLst>
              <a:ext uri="{FF2B5EF4-FFF2-40B4-BE49-F238E27FC236}">
                <a16:creationId xmlns:a16="http://schemas.microsoft.com/office/drawing/2014/main" id="{2FF9A773-12B4-4B59-970F-F6CB8E9C6EDD}"/>
              </a:ext>
            </a:extLst>
          </p:cNvPr>
          <p:cNvSpPr txBox="1"/>
          <p:nvPr/>
        </p:nvSpPr>
        <p:spPr>
          <a:xfrm>
            <a:off x="539999" y="360000"/>
            <a:ext cx="3600000" cy="36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旗下工作室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87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>
        <p:sndAc>
          <p:endSnd/>
        </p:sndAc>
      </p:transition>
    </mc:Choice>
    <mc:Fallback xmlns="">
      <p:transition advClick="0" advTm="5000">
        <p:sndAc>
          <p:endSnd/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42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4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4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1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8" fill="hold" grpId="0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3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1" grpId="0" animBg="1"/>
      <p:bldP spid="11" grpId="1" animBg="1"/>
      <p:bldP spid="4" grpId="0"/>
      <p:bldP spid="4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31" grpId="0"/>
      <p:bldP spid="31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32" grpId="0"/>
      <p:bldP spid="32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9F6053-5796-4CBC-A810-234FBBB2E79A}"/>
              </a:ext>
            </a:extLst>
          </p:cNvPr>
          <p:cNvSpPr txBox="1"/>
          <p:nvPr/>
        </p:nvSpPr>
        <p:spPr>
          <a:xfrm>
            <a:off x="3582403" y="2674948"/>
            <a:ext cx="502719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XHei DIN" panose="02010600030101010101" pitchFamily="2" charset="-122"/>
              </a:rPr>
              <a:t>全部放送完毕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XHei DIN" panose="02010600030101010101" pitchFamily="2" charset="-122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ALL FINISHED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Gothic" panose="020B0400000000000000" pitchFamily="34" charset="-128"/>
                <a:ea typeface="BIZ UDPGothic" panose="020B0400000000000000" pitchFamily="34" charset="-128"/>
                <a:cs typeface="XHei Square" panose="02010600030101010101" pitchFamily="2" charset="-122"/>
              </a:rPr>
              <a:t>放送は全部完了しました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Gothic" panose="020B0400000000000000" pitchFamily="34" charset="-128"/>
              <a:ea typeface="BIZ UDPGothic" panose="020B0400000000000000" pitchFamily="34" charset="-128"/>
              <a:cs typeface="XHei Square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9F27A3-1108-4D3A-9DB2-7FDD22B9C7A3}"/>
              </a:ext>
            </a:extLst>
          </p:cNvPr>
          <p:cNvSpPr txBox="1"/>
          <p:nvPr/>
        </p:nvSpPr>
        <p:spPr>
          <a:xfrm>
            <a:off x="-1" y="6457890"/>
            <a:ext cx="449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CZJST Inc.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30000"/>
                </a:prstClr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12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0">
        <p:sndAc>
          <p:endSnd/>
        </p:sndAc>
      </p:transition>
    </mc:Choice>
    <mc:Fallback xmlns="">
      <p:transition advClick="0" advTm="1000">
        <p:sndAc>
          <p:endSnd/>
        </p:sndAc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9F6053-5796-4CBC-A810-234FBBB2E79A}"/>
              </a:ext>
            </a:extLst>
          </p:cNvPr>
          <p:cNvSpPr txBox="1"/>
          <p:nvPr/>
        </p:nvSpPr>
        <p:spPr>
          <a:xfrm>
            <a:off x="3582403" y="2674948"/>
            <a:ext cx="502719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XHei DIN" panose="02010600030101010101" pitchFamily="2" charset="-122"/>
              </a:rPr>
              <a:t>退出放映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XHei DIN" panose="02010600030101010101" pitchFamily="2" charset="-122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rPr>
              <a:t>EXIT SLIDESHOW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XHei Square" panose="02010600030101010101" pitchFamily="2" charset="-122"/>
              <a:ea typeface="XHei Square" panose="02010600030101010101" pitchFamily="2" charset="-122"/>
              <a:cs typeface="XHei Square" panose="02010600030101010101" pitchFamily="2" charset="-122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Gothic" panose="020B0400000000000000" pitchFamily="34" charset="-128"/>
                <a:ea typeface="BIZ UDPGothic" panose="020B0400000000000000" pitchFamily="34" charset="-128"/>
                <a:cs typeface="XHei Square" panose="02010600030101010101" pitchFamily="2" charset="-122"/>
              </a:rPr>
              <a:t>スライドショーを終了します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Gothic" panose="020B0400000000000000" pitchFamily="34" charset="-128"/>
              <a:ea typeface="BIZ UDPGothic" panose="020B0400000000000000" pitchFamily="34" charset="-128"/>
              <a:cs typeface="XHei Square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9F27A3-1108-4D3A-9DB2-7FDD22B9C7A3}"/>
              </a:ext>
            </a:extLst>
          </p:cNvPr>
          <p:cNvSpPr txBox="1"/>
          <p:nvPr/>
        </p:nvSpPr>
        <p:spPr>
          <a:xfrm>
            <a:off x="-1" y="6457890"/>
            <a:ext cx="449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SAM TOKI STUDIO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30000"/>
                  </a:prstClr>
                </a:solidFill>
                <a:effectLst/>
                <a:uLnTx/>
                <a:uFillTx/>
                <a:latin typeface="DFPHeiMedium-B5" panose="020B0500000000000000" pitchFamily="34" charset="-122"/>
                <a:ea typeface="DFPHeiMedium-B5" panose="020B0500000000000000" pitchFamily="34" charset="-122"/>
                <a:cs typeface="Arial" panose="020B0604020202020204" pitchFamily="34" charset="0"/>
              </a:rPr>
              <a:t>CZJST Inc.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30000"/>
                </a:prstClr>
              </a:solidFill>
              <a:effectLst/>
              <a:uLnTx/>
              <a:uFillTx/>
              <a:latin typeface="DFPHeiMedium-B5" panose="020B0500000000000000" pitchFamily="34" charset="-122"/>
              <a:ea typeface="DFPHeiMedium-B5" panose="020B05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91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000">
        <p:sndAc>
          <p:endSnd/>
        </p:sndAc>
      </p:transition>
    </mc:Choice>
    <mc:Fallback xmlns="">
      <p:transition advClick="0" advTm="1000">
        <p:sndAc>
          <p:endSnd/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solidFill>
              <a:schemeClr val="tx1">
                <a:alpha val="30000"/>
              </a:schemeClr>
            </a:solidFill>
            <a:latin typeface="Source Han Sans K Medium" panose="020B0600000000000000" pitchFamily="34" charset="-128"/>
            <a:ea typeface="Source Han Sans K Medium" panose="020B0600000000000000" pitchFamily="34" charset="-128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997</Words>
  <Application>Microsoft Office PowerPoint</Application>
  <PresentationFormat>Widescreen</PresentationFormat>
  <Paragraphs>274</Paragraphs>
  <Slides>61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2" baseType="lpstr">
      <vt:lpstr>XHei Square</vt:lpstr>
      <vt:lpstr>Arial</vt:lpstr>
      <vt:lpstr>BIZ UDPGothic</vt:lpstr>
      <vt:lpstr>HiraginoKaku-Mono W3</vt:lpstr>
      <vt:lpstr>DFPHeiMedium-B5</vt:lpstr>
      <vt:lpstr>Avenir Next LT Pro</vt:lpstr>
      <vt:lpstr>GD-HighwayGothicJA-OTF</vt:lpstr>
      <vt:lpstr>Arial Rounded MT Bold</vt:lpstr>
      <vt:lpstr>Calibri</vt:lpstr>
      <vt:lpstr>Office 主题​​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2020-07-10T10:12:47Z</dcterms:created>
  <dcterms:modified xsi:type="dcterms:W3CDTF">2020-10-28T10:36:42Z</dcterms:modified>
</cp:coreProperties>
</file>